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53"/>
  </p:notesMasterIdLst>
  <p:handoutMasterIdLst>
    <p:handoutMasterId r:id="rId54"/>
  </p:handoutMasterIdLst>
  <p:sldIdLst>
    <p:sldId id="256" r:id="rId2"/>
    <p:sldId id="333" r:id="rId3"/>
    <p:sldId id="334" r:id="rId4"/>
    <p:sldId id="335" r:id="rId5"/>
    <p:sldId id="336" r:id="rId6"/>
    <p:sldId id="337" r:id="rId7"/>
    <p:sldId id="338" r:id="rId8"/>
    <p:sldId id="339" r:id="rId9"/>
    <p:sldId id="340" r:id="rId10"/>
    <p:sldId id="341" r:id="rId11"/>
    <p:sldId id="342" r:id="rId12"/>
    <p:sldId id="343" r:id="rId13"/>
    <p:sldId id="344" r:id="rId14"/>
    <p:sldId id="352" r:id="rId15"/>
    <p:sldId id="353" r:id="rId16"/>
    <p:sldId id="354" r:id="rId17"/>
    <p:sldId id="355" r:id="rId18"/>
    <p:sldId id="357" r:id="rId19"/>
    <p:sldId id="361" r:id="rId20"/>
    <p:sldId id="363" r:id="rId21"/>
    <p:sldId id="365" r:id="rId22"/>
    <p:sldId id="366" r:id="rId23"/>
    <p:sldId id="367" r:id="rId24"/>
    <p:sldId id="370" r:id="rId25"/>
    <p:sldId id="371" r:id="rId26"/>
    <p:sldId id="372" r:id="rId27"/>
    <p:sldId id="373" r:id="rId28"/>
    <p:sldId id="374" r:id="rId29"/>
    <p:sldId id="375" r:id="rId30"/>
    <p:sldId id="377" r:id="rId31"/>
    <p:sldId id="378" r:id="rId32"/>
    <p:sldId id="379" r:id="rId33"/>
    <p:sldId id="381" r:id="rId34"/>
    <p:sldId id="380" r:id="rId35"/>
    <p:sldId id="382" r:id="rId36"/>
    <p:sldId id="383" r:id="rId37"/>
    <p:sldId id="384" r:id="rId38"/>
    <p:sldId id="385" r:id="rId39"/>
    <p:sldId id="386" r:id="rId40"/>
    <p:sldId id="387" r:id="rId41"/>
    <p:sldId id="388" r:id="rId42"/>
    <p:sldId id="389" r:id="rId43"/>
    <p:sldId id="369" r:id="rId44"/>
    <p:sldId id="331" r:id="rId45"/>
    <p:sldId id="390" r:id="rId46"/>
    <p:sldId id="393" r:id="rId47"/>
    <p:sldId id="391" r:id="rId48"/>
    <p:sldId id="394" r:id="rId49"/>
    <p:sldId id="395" r:id="rId50"/>
    <p:sldId id="396" r:id="rId51"/>
    <p:sldId id="397" r:id="rId52"/>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3213D0-23AA-4D9A-B670-109F57D32017}" v="1" dt="2023-07-10T15:29:15.9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72" autoAdjust="0"/>
    <p:restoredTop sz="94660"/>
  </p:normalViewPr>
  <p:slideViewPr>
    <p:cSldViewPr>
      <p:cViewPr varScale="1">
        <p:scale>
          <a:sx n="62" d="100"/>
          <a:sy n="62" d="100"/>
        </p:scale>
        <p:origin x="1404" y="5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81" d="100"/>
          <a:sy n="81" d="100"/>
        </p:scale>
        <p:origin x="-2568" y="-9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Paul" userId="19aa047e-baa3-4b10-95a7-cc6a4a1ac18f" providerId="ADAL" clId="{CE3213D0-23AA-4D9A-B670-109F57D32017}"/>
    <pc:docChg chg="undo custSel addSld delSld modSld">
      <pc:chgData name="Thomas, Paul" userId="19aa047e-baa3-4b10-95a7-cc6a4a1ac18f" providerId="ADAL" clId="{CE3213D0-23AA-4D9A-B670-109F57D32017}" dt="2023-07-10T15:31:53.786" v="10" actId="2696"/>
      <pc:docMkLst>
        <pc:docMk/>
      </pc:docMkLst>
      <pc:sldChg chg="modSp mod">
        <pc:chgData name="Thomas, Paul" userId="19aa047e-baa3-4b10-95a7-cc6a4a1ac18f" providerId="ADAL" clId="{CE3213D0-23AA-4D9A-B670-109F57D32017}" dt="2023-07-10T15:27:50.107" v="5" actId="20577"/>
        <pc:sldMkLst>
          <pc:docMk/>
          <pc:sldMk cId="0" sldId="256"/>
        </pc:sldMkLst>
        <pc:spChg chg="mod">
          <ac:chgData name="Thomas, Paul" userId="19aa047e-baa3-4b10-95a7-cc6a4a1ac18f" providerId="ADAL" clId="{CE3213D0-23AA-4D9A-B670-109F57D32017}" dt="2023-07-10T15:27:50.107" v="5" actId="20577"/>
          <ac:spMkLst>
            <pc:docMk/>
            <pc:sldMk cId="0" sldId="256"/>
            <ac:spMk id="2050" creationId="{C4706ABD-69D4-481B-97E5-D295700A33C2}"/>
          </ac:spMkLst>
        </pc:spChg>
      </pc:sldChg>
      <pc:sldChg chg="add del">
        <pc:chgData name="Thomas, Paul" userId="19aa047e-baa3-4b10-95a7-cc6a4a1ac18f" providerId="ADAL" clId="{CE3213D0-23AA-4D9A-B670-109F57D32017}" dt="2023-07-10T15:31:53.786" v="10" actId="2696"/>
        <pc:sldMkLst>
          <pc:docMk/>
          <pc:sldMk cId="0" sldId="257"/>
        </pc:sldMkLst>
      </pc:sldChg>
      <pc:sldChg chg="add del">
        <pc:chgData name="Thomas, Paul" userId="19aa047e-baa3-4b10-95a7-cc6a4a1ac18f" providerId="ADAL" clId="{CE3213D0-23AA-4D9A-B670-109F57D32017}" dt="2023-07-10T15:31:53.786" v="10" actId="2696"/>
        <pc:sldMkLst>
          <pc:docMk/>
          <pc:sldMk cId="0" sldId="258"/>
        </pc:sldMkLst>
      </pc:sldChg>
      <pc:sldChg chg="add del">
        <pc:chgData name="Thomas, Paul" userId="19aa047e-baa3-4b10-95a7-cc6a4a1ac18f" providerId="ADAL" clId="{CE3213D0-23AA-4D9A-B670-109F57D32017}" dt="2023-07-10T15:31:53.786" v="10" actId="2696"/>
        <pc:sldMkLst>
          <pc:docMk/>
          <pc:sldMk cId="0" sldId="259"/>
        </pc:sldMkLst>
      </pc:sldChg>
      <pc:sldChg chg="add del">
        <pc:chgData name="Thomas, Paul" userId="19aa047e-baa3-4b10-95a7-cc6a4a1ac18f" providerId="ADAL" clId="{CE3213D0-23AA-4D9A-B670-109F57D32017}" dt="2023-07-10T15:31:53.786" v="10" actId="2696"/>
        <pc:sldMkLst>
          <pc:docMk/>
          <pc:sldMk cId="0" sldId="260"/>
        </pc:sldMkLst>
      </pc:sldChg>
      <pc:sldChg chg="add del">
        <pc:chgData name="Thomas, Paul" userId="19aa047e-baa3-4b10-95a7-cc6a4a1ac18f" providerId="ADAL" clId="{CE3213D0-23AA-4D9A-B670-109F57D32017}" dt="2023-07-10T15:31:53.786" v="10" actId="2696"/>
        <pc:sldMkLst>
          <pc:docMk/>
          <pc:sldMk cId="0" sldId="261"/>
        </pc:sldMkLst>
      </pc:sldChg>
      <pc:sldChg chg="add del">
        <pc:chgData name="Thomas, Paul" userId="19aa047e-baa3-4b10-95a7-cc6a4a1ac18f" providerId="ADAL" clId="{CE3213D0-23AA-4D9A-B670-109F57D32017}" dt="2023-07-10T15:31:53.786" v="10" actId="2696"/>
        <pc:sldMkLst>
          <pc:docMk/>
          <pc:sldMk cId="0" sldId="264"/>
        </pc:sldMkLst>
      </pc:sldChg>
      <pc:sldChg chg="add del">
        <pc:chgData name="Thomas, Paul" userId="19aa047e-baa3-4b10-95a7-cc6a4a1ac18f" providerId="ADAL" clId="{CE3213D0-23AA-4D9A-B670-109F57D32017}" dt="2023-07-10T15:31:53.786" v="10" actId="2696"/>
        <pc:sldMkLst>
          <pc:docMk/>
          <pc:sldMk cId="0" sldId="268"/>
        </pc:sldMkLst>
      </pc:sldChg>
      <pc:sldChg chg="add del">
        <pc:chgData name="Thomas, Paul" userId="19aa047e-baa3-4b10-95a7-cc6a4a1ac18f" providerId="ADAL" clId="{CE3213D0-23AA-4D9A-B670-109F57D32017}" dt="2023-07-10T15:31:53.786" v="10" actId="2696"/>
        <pc:sldMkLst>
          <pc:docMk/>
          <pc:sldMk cId="0" sldId="277"/>
        </pc:sldMkLst>
      </pc:sldChg>
      <pc:sldChg chg="add del">
        <pc:chgData name="Thomas, Paul" userId="19aa047e-baa3-4b10-95a7-cc6a4a1ac18f" providerId="ADAL" clId="{CE3213D0-23AA-4D9A-B670-109F57D32017}" dt="2023-07-10T15:31:53.786" v="10" actId="2696"/>
        <pc:sldMkLst>
          <pc:docMk/>
          <pc:sldMk cId="0" sldId="278"/>
        </pc:sldMkLst>
      </pc:sldChg>
      <pc:sldChg chg="add del">
        <pc:chgData name="Thomas, Paul" userId="19aa047e-baa3-4b10-95a7-cc6a4a1ac18f" providerId="ADAL" clId="{CE3213D0-23AA-4D9A-B670-109F57D32017}" dt="2023-07-10T15:31:53.786" v="10" actId="2696"/>
        <pc:sldMkLst>
          <pc:docMk/>
          <pc:sldMk cId="0" sldId="279"/>
        </pc:sldMkLst>
      </pc:sldChg>
      <pc:sldChg chg="add del">
        <pc:chgData name="Thomas, Paul" userId="19aa047e-baa3-4b10-95a7-cc6a4a1ac18f" providerId="ADAL" clId="{CE3213D0-23AA-4D9A-B670-109F57D32017}" dt="2023-07-10T15:31:53.786" v="10" actId="2696"/>
        <pc:sldMkLst>
          <pc:docMk/>
          <pc:sldMk cId="0" sldId="280"/>
        </pc:sldMkLst>
      </pc:sldChg>
      <pc:sldChg chg="add del">
        <pc:chgData name="Thomas, Paul" userId="19aa047e-baa3-4b10-95a7-cc6a4a1ac18f" providerId="ADAL" clId="{CE3213D0-23AA-4D9A-B670-109F57D32017}" dt="2023-07-10T15:31:53.786" v="10" actId="2696"/>
        <pc:sldMkLst>
          <pc:docMk/>
          <pc:sldMk cId="0" sldId="282"/>
        </pc:sldMkLst>
      </pc:sldChg>
      <pc:sldChg chg="add del">
        <pc:chgData name="Thomas, Paul" userId="19aa047e-baa3-4b10-95a7-cc6a4a1ac18f" providerId="ADAL" clId="{CE3213D0-23AA-4D9A-B670-109F57D32017}" dt="2023-07-10T15:31:53.786" v="10" actId="2696"/>
        <pc:sldMkLst>
          <pc:docMk/>
          <pc:sldMk cId="0" sldId="283"/>
        </pc:sldMkLst>
      </pc:sldChg>
      <pc:sldChg chg="add del">
        <pc:chgData name="Thomas, Paul" userId="19aa047e-baa3-4b10-95a7-cc6a4a1ac18f" providerId="ADAL" clId="{CE3213D0-23AA-4D9A-B670-109F57D32017}" dt="2023-07-10T15:31:53.786" v="10" actId="2696"/>
        <pc:sldMkLst>
          <pc:docMk/>
          <pc:sldMk cId="0" sldId="285"/>
        </pc:sldMkLst>
      </pc:sldChg>
      <pc:sldChg chg="add del">
        <pc:chgData name="Thomas, Paul" userId="19aa047e-baa3-4b10-95a7-cc6a4a1ac18f" providerId="ADAL" clId="{CE3213D0-23AA-4D9A-B670-109F57D32017}" dt="2023-07-10T15:31:53.786" v="10" actId="2696"/>
        <pc:sldMkLst>
          <pc:docMk/>
          <pc:sldMk cId="0" sldId="286"/>
        </pc:sldMkLst>
      </pc:sldChg>
      <pc:sldChg chg="add del">
        <pc:chgData name="Thomas, Paul" userId="19aa047e-baa3-4b10-95a7-cc6a4a1ac18f" providerId="ADAL" clId="{CE3213D0-23AA-4D9A-B670-109F57D32017}" dt="2023-07-10T15:31:53.786" v="10" actId="2696"/>
        <pc:sldMkLst>
          <pc:docMk/>
          <pc:sldMk cId="0" sldId="289"/>
        </pc:sldMkLst>
      </pc:sldChg>
      <pc:sldChg chg="add del">
        <pc:chgData name="Thomas, Paul" userId="19aa047e-baa3-4b10-95a7-cc6a4a1ac18f" providerId="ADAL" clId="{CE3213D0-23AA-4D9A-B670-109F57D32017}" dt="2023-07-10T15:31:53.786" v="10" actId="2696"/>
        <pc:sldMkLst>
          <pc:docMk/>
          <pc:sldMk cId="0" sldId="290"/>
        </pc:sldMkLst>
      </pc:sldChg>
      <pc:sldChg chg="add del">
        <pc:chgData name="Thomas, Paul" userId="19aa047e-baa3-4b10-95a7-cc6a4a1ac18f" providerId="ADAL" clId="{CE3213D0-23AA-4D9A-B670-109F57D32017}" dt="2023-07-10T15:31:53.786" v="10" actId="2696"/>
        <pc:sldMkLst>
          <pc:docMk/>
          <pc:sldMk cId="0" sldId="291"/>
        </pc:sldMkLst>
      </pc:sldChg>
      <pc:sldChg chg="add del">
        <pc:chgData name="Thomas, Paul" userId="19aa047e-baa3-4b10-95a7-cc6a4a1ac18f" providerId="ADAL" clId="{CE3213D0-23AA-4D9A-B670-109F57D32017}" dt="2023-07-10T15:31:53.786" v="10" actId="2696"/>
        <pc:sldMkLst>
          <pc:docMk/>
          <pc:sldMk cId="0" sldId="293"/>
        </pc:sldMkLst>
      </pc:sldChg>
      <pc:sldChg chg="add del">
        <pc:chgData name="Thomas, Paul" userId="19aa047e-baa3-4b10-95a7-cc6a4a1ac18f" providerId="ADAL" clId="{CE3213D0-23AA-4D9A-B670-109F57D32017}" dt="2023-07-10T15:31:53.786" v="10" actId="2696"/>
        <pc:sldMkLst>
          <pc:docMk/>
          <pc:sldMk cId="0" sldId="294"/>
        </pc:sldMkLst>
      </pc:sldChg>
      <pc:sldChg chg="add del">
        <pc:chgData name="Thomas, Paul" userId="19aa047e-baa3-4b10-95a7-cc6a4a1ac18f" providerId="ADAL" clId="{CE3213D0-23AA-4D9A-B670-109F57D32017}" dt="2023-07-10T15:31:53.786" v="10" actId="2696"/>
        <pc:sldMkLst>
          <pc:docMk/>
          <pc:sldMk cId="0" sldId="295"/>
        </pc:sldMkLst>
      </pc:sldChg>
      <pc:sldChg chg="add del">
        <pc:chgData name="Thomas, Paul" userId="19aa047e-baa3-4b10-95a7-cc6a4a1ac18f" providerId="ADAL" clId="{CE3213D0-23AA-4D9A-B670-109F57D32017}" dt="2023-07-10T15:31:53.786" v="10" actId="2696"/>
        <pc:sldMkLst>
          <pc:docMk/>
          <pc:sldMk cId="0" sldId="296"/>
        </pc:sldMkLst>
      </pc:sldChg>
      <pc:sldChg chg="add del">
        <pc:chgData name="Thomas, Paul" userId="19aa047e-baa3-4b10-95a7-cc6a4a1ac18f" providerId="ADAL" clId="{CE3213D0-23AA-4D9A-B670-109F57D32017}" dt="2023-07-10T15:31:53.786" v="10" actId="2696"/>
        <pc:sldMkLst>
          <pc:docMk/>
          <pc:sldMk cId="0" sldId="297"/>
        </pc:sldMkLst>
      </pc:sldChg>
      <pc:sldChg chg="add del">
        <pc:chgData name="Thomas, Paul" userId="19aa047e-baa3-4b10-95a7-cc6a4a1ac18f" providerId="ADAL" clId="{CE3213D0-23AA-4D9A-B670-109F57D32017}" dt="2023-07-10T15:31:53.786" v="10" actId="2696"/>
        <pc:sldMkLst>
          <pc:docMk/>
          <pc:sldMk cId="0" sldId="298"/>
        </pc:sldMkLst>
      </pc:sldChg>
      <pc:sldChg chg="add del">
        <pc:chgData name="Thomas, Paul" userId="19aa047e-baa3-4b10-95a7-cc6a4a1ac18f" providerId="ADAL" clId="{CE3213D0-23AA-4D9A-B670-109F57D32017}" dt="2023-07-10T15:31:53.786" v="10" actId="2696"/>
        <pc:sldMkLst>
          <pc:docMk/>
          <pc:sldMk cId="0" sldId="299"/>
        </pc:sldMkLst>
      </pc:sldChg>
      <pc:sldChg chg="add del">
        <pc:chgData name="Thomas, Paul" userId="19aa047e-baa3-4b10-95a7-cc6a4a1ac18f" providerId="ADAL" clId="{CE3213D0-23AA-4D9A-B670-109F57D32017}" dt="2023-07-10T15:31:53.786" v="10" actId="2696"/>
        <pc:sldMkLst>
          <pc:docMk/>
          <pc:sldMk cId="0" sldId="300"/>
        </pc:sldMkLst>
      </pc:sldChg>
      <pc:sldChg chg="add del">
        <pc:chgData name="Thomas, Paul" userId="19aa047e-baa3-4b10-95a7-cc6a4a1ac18f" providerId="ADAL" clId="{CE3213D0-23AA-4D9A-B670-109F57D32017}" dt="2023-07-10T15:31:53.786" v="10" actId="2696"/>
        <pc:sldMkLst>
          <pc:docMk/>
          <pc:sldMk cId="0" sldId="301"/>
        </pc:sldMkLst>
      </pc:sldChg>
      <pc:sldChg chg="add del">
        <pc:chgData name="Thomas, Paul" userId="19aa047e-baa3-4b10-95a7-cc6a4a1ac18f" providerId="ADAL" clId="{CE3213D0-23AA-4D9A-B670-109F57D32017}" dt="2023-07-10T15:31:53.786" v="10" actId="2696"/>
        <pc:sldMkLst>
          <pc:docMk/>
          <pc:sldMk cId="0" sldId="302"/>
        </pc:sldMkLst>
      </pc:sldChg>
      <pc:sldChg chg="add del">
        <pc:chgData name="Thomas, Paul" userId="19aa047e-baa3-4b10-95a7-cc6a4a1ac18f" providerId="ADAL" clId="{CE3213D0-23AA-4D9A-B670-109F57D32017}" dt="2023-07-10T15:31:53.786" v="10" actId="2696"/>
        <pc:sldMkLst>
          <pc:docMk/>
          <pc:sldMk cId="0" sldId="303"/>
        </pc:sldMkLst>
      </pc:sldChg>
      <pc:sldChg chg="add del">
        <pc:chgData name="Thomas, Paul" userId="19aa047e-baa3-4b10-95a7-cc6a4a1ac18f" providerId="ADAL" clId="{CE3213D0-23AA-4D9A-B670-109F57D32017}" dt="2023-07-10T15:31:53.786" v="10" actId="2696"/>
        <pc:sldMkLst>
          <pc:docMk/>
          <pc:sldMk cId="0" sldId="304"/>
        </pc:sldMkLst>
      </pc:sldChg>
      <pc:sldChg chg="add del">
        <pc:chgData name="Thomas, Paul" userId="19aa047e-baa3-4b10-95a7-cc6a4a1ac18f" providerId="ADAL" clId="{CE3213D0-23AA-4D9A-B670-109F57D32017}" dt="2023-07-10T15:31:53.786" v="10" actId="2696"/>
        <pc:sldMkLst>
          <pc:docMk/>
          <pc:sldMk cId="0" sldId="305"/>
        </pc:sldMkLst>
      </pc:sldChg>
      <pc:sldChg chg="add del">
        <pc:chgData name="Thomas, Paul" userId="19aa047e-baa3-4b10-95a7-cc6a4a1ac18f" providerId="ADAL" clId="{CE3213D0-23AA-4D9A-B670-109F57D32017}" dt="2023-07-10T15:31:53.786" v="10" actId="2696"/>
        <pc:sldMkLst>
          <pc:docMk/>
          <pc:sldMk cId="0" sldId="306"/>
        </pc:sldMkLst>
      </pc:sldChg>
      <pc:sldChg chg="add del">
        <pc:chgData name="Thomas, Paul" userId="19aa047e-baa3-4b10-95a7-cc6a4a1ac18f" providerId="ADAL" clId="{CE3213D0-23AA-4D9A-B670-109F57D32017}" dt="2023-07-10T15:31:53.786" v="10" actId="2696"/>
        <pc:sldMkLst>
          <pc:docMk/>
          <pc:sldMk cId="0" sldId="307"/>
        </pc:sldMkLst>
      </pc:sldChg>
      <pc:sldChg chg="add del">
        <pc:chgData name="Thomas, Paul" userId="19aa047e-baa3-4b10-95a7-cc6a4a1ac18f" providerId="ADAL" clId="{CE3213D0-23AA-4D9A-B670-109F57D32017}" dt="2023-07-10T15:31:53.786" v="10" actId="2696"/>
        <pc:sldMkLst>
          <pc:docMk/>
          <pc:sldMk cId="0" sldId="308"/>
        </pc:sldMkLst>
      </pc:sldChg>
      <pc:sldChg chg="add del">
        <pc:chgData name="Thomas, Paul" userId="19aa047e-baa3-4b10-95a7-cc6a4a1ac18f" providerId="ADAL" clId="{CE3213D0-23AA-4D9A-B670-109F57D32017}" dt="2023-07-10T15:31:53.786" v="10" actId="2696"/>
        <pc:sldMkLst>
          <pc:docMk/>
          <pc:sldMk cId="0" sldId="309"/>
        </pc:sldMkLst>
      </pc:sldChg>
      <pc:sldChg chg="add del">
        <pc:chgData name="Thomas, Paul" userId="19aa047e-baa3-4b10-95a7-cc6a4a1ac18f" providerId="ADAL" clId="{CE3213D0-23AA-4D9A-B670-109F57D32017}" dt="2023-07-10T15:31:53.786" v="10" actId="2696"/>
        <pc:sldMkLst>
          <pc:docMk/>
          <pc:sldMk cId="0" sldId="310"/>
        </pc:sldMkLst>
      </pc:sldChg>
      <pc:sldChg chg="add del">
        <pc:chgData name="Thomas, Paul" userId="19aa047e-baa3-4b10-95a7-cc6a4a1ac18f" providerId="ADAL" clId="{CE3213D0-23AA-4D9A-B670-109F57D32017}" dt="2023-07-10T15:31:53.786" v="10" actId="2696"/>
        <pc:sldMkLst>
          <pc:docMk/>
          <pc:sldMk cId="0" sldId="311"/>
        </pc:sldMkLst>
      </pc:sldChg>
      <pc:sldChg chg="add del">
        <pc:chgData name="Thomas, Paul" userId="19aa047e-baa3-4b10-95a7-cc6a4a1ac18f" providerId="ADAL" clId="{CE3213D0-23AA-4D9A-B670-109F57D32017}" dt="2023-07-10T15:31:53.786" v="10" actId="2696"/>
        <pc:sldMkLst>
          <pc:docMk/>
          <pc:sldMk cId="0" sldId="312"/>
        </pc:sldMkLst>
      </pc:sldChg>
      <pc:sldChg chg="add del">
        <pc:chgData name="Thomas, Paul" userId="19aa047e-baa3-4b10-95a7-cc6a4a1ac18f" providerId="ADAL" clId="{CE3213D0-23AA-4D9A-B670-109F57D32017}" dt="2023-07-10T15:31:53.786" v="10" actId="2696"/>
        <pc:sldMkLst>
          <pc:docMk/>
          <pc:sldMk cId="0" sldId="313"/>
        </pc:sldMkLst>
      </pc:sldChg>
      <pc:sldChg chg="add del">
        <pc:chgData name="Thomas, Paul" userId="19aa047e-baa3-4b10-95a7-cc6a4a1ac18f" providerId="ADAL" clId="{CE3213D0-23AA-4D9A-B670-109F57D32017}" dt="2023-07-10T15:31:53.786" v="10" actId="2696"/>
        <pc:sldMkLst>
          <pc:docMk/>
          <pc:sldMk cId="0" sldId="314"/>
        </pc:sldMkLst>
      </pc:sldChg>
      <pc:sldChg chg="add del">
        <pc:chgData name="Thomas, Paul" userId="19aa047e-baa3-4b10-95a7-cc6a4a1ac18f" providerId="ADAL" clId="{CE3213D0-23AA-4D9A-B670-109F57D32017}" dt="2023-07-10T15:31:53.786" v="10" actId="2696"/>
        <pc:sldMkLst>
          <pc:docMk/>
          <pc:sldMk cId="0" sldId="315"/>
        </pc:sldMkLst>
      </pc:sldChg>
      <pc:sldChg chg="add del">
        <pc:chgData name="Thomas, Paul" userId="19aa047e-baa3-4b10-95a7-cc6a4a1ac18f" providerId="ADAL" clId="{CE3213D0-23AA-4D9A-B670-109F57D32017}" dt="2023-07-10T15:31:53.786" v="10" actId="2696"/>
        <pc:sldMkLst>
          <pc:docMk/>
          <pc:sldMk cId="0" sldId="316"/>
        </pc:sldMkLst>
      </pc:sldChg>
      <pc:sldChg chg="add del">
        <pc:chgData name="Thomas, Paul" userId="19aa047e-baa3-4b10-95a7-cc6a4a1ac18f" providerId="ADAL" clId="{CE3213D0-23AA-4D9A-B670-109F57D32017}" dt="2023-07-10T15:31:53.786" v="10" actId="2696"/>
        <pc:sldMkLst>
          <pc:docMk/>
          <pc:sldMk cId="0" sldId="317"/>
        </pc:sldMkLst>
      </pc:sldChg>
      <pc:sldChg chg="add del">
        <pc:chgData name="Thomas, Paul" userId="19aa047e-baa3-4b10-95a7-cc6a4a1ac18f" providerId="ADAL" clId="{CE3213D0-23AA-4D9A-B670-109F57D32017}" dt="2023-07-10T15:31:53.786" v="10" actId="2696"/>
        <pc:sldMkLst>
          <pc:docMk/>
          <pc:sldMk cId="0" sldId="318"/>
        </pc:sldMkLst>
      </pc:sldChg>
      <pc:sldChg chg="add del">
        <pc:chgData name="Thomas, Paul" userId="19aa047e-baa3-4b10-95a7-cc6a4a1ac18f" providerId="ADAL" clId="{CE3213D0-23AA-4D9A-B670-109F57D32017}" dt="2023-07-10T15:31:53.786" v="10" actId="2696"/>
        <pc:sldMkLst>
          <pc:docMk/>
          <pc:sldMk cId="0" sldId="319"/>
        </pc:sldMkLst>
      </pc:sldChg>
      <pc:sldChg chg="add del">
        <pc:chgData name="Thomas, Paul" userId="19aa047e-baa3-4b10-95a7-cc6a4a1ac18f" providerId="ADAL" clId="{CE3213D0-23AA-4D9A-B670-109F57D32017}" dt="2023-07-10T15:31:53.786" v="10" actId="2696"/>
        <pc:sldMkLst>
          <pc:docMk/>
          <pc:sldMk cId="0" sldId="320"/>
        </pc:sldMkLst>
      </pc:sldChg>
      <pc:sldChg chg="add del">
        <pc:chgData name="Thomas, Paul" userId="19aa047e-baa3-4b10-95a7-cc6a4a1ac18f" providerId="ADAL" clId="{CE3213D0-23AA-4D9A-B670-109F57D32017}" dt="2023-07-10T15:31:53.786" v="10" actId="2696"/>
        <pc:sldMkLst>
          <pc:docMk/>
          <pc:sldMk cId="0" sldId="321"/>
        </pc:sldMkLst>
      </pc:sldChg>
      <pc:sldChg chg="add del">
        <pc:chgData name="Thomas, Paul" userId="19aa047e-baa3-4b10-95a7-cc6a4a1ac18f" providerId="ADAL" clId="{CE3213D0-23AA-4D9A-B670-109F57D32017}" dt="2023-07-10T15:31:53.786" v="10" actId="2696"/>
        <pc:sldMkLst>
          <pc:docMk/>
          <pc:sldMk cId="0" sldId="322"/>
        </pc:sldMkLst>
      </pc:sldChg>
      <pc:sldChg chg="add del">
        <pc:chgData name="Thomas, Paul" userId="19aa047e-baa3-4b10-95a7-cc6a4a1ac18f" providerId="ADAL" clId="{CE3213D0-23AA-4D9A-B670-109F57D32017}" dt="2023-07-10T15:31:53.786" v="10" actId="2696"/>
        <pc:sldMkLst>
          <pc:docMk/>
          <pc:sldMk cId="0" sldId="323"/>
        </pc:sldMkLst>
      </pc:sldChg>
      <pc:sldChg chg="add del">
        <pc:chgData name="Thomas, Paul" userId="19aa047e-baa3-4b10-95a7-cc6a4a1ac18f" providerId="ADAL" clId="{CE3213D0-23AA-4D9A-B670-109F57D32017}" dt="2023-07-10T15:31:53.786" v="10" actId="2696"/>
        <pc:sldMkLst>
          <pc:docMk/>
          <pc:sldMk cId="0" sldId="324"/>
        </pc:sldMkLst>
      </pc:sldChg>
      <pc:sldChg chg="add del">
        <pc:chgData name="Thomas, Paul" userId="19aa047e-baa3-4b10-95a7-cc6a4a1ac18f" providerId="ADAL" clId="{CE3213D0-23AA-4D9A-B670-109F57D32017}" dt="2023-07-10T15:31:53.786" v="10" actId="2696"/>
        <pc:sldMkLst>
          <pc:docMk/>
          <pc:sldMk cId="0" sldId="325"/>
        </pc:sldMkLst>
      </pc:sldChg>
      <pc:sldChg chg="add del">
        <pc:chgData name="Thomas, Paul" userId="19aa047e-baa3-4b10-95a7-cc6a4a1ac18f" providerId="ADAL" clId="{CE3213D0-23AA-4D9A-B670-109F57D32017}" dt="2023-07-10T15:31:53.786" v="10" actId="2696"/>
        <pc:sldMkLst>
          <pc:docMk/>
          <pc:sldMk cId="0" sldId="326"/>
        </pc:sldMkLst>
      </pc:sldChg>
      <pc:sldChg chg="add del">
        <pc:chgData name="Thomas, Paul" userId="19aa047e-baa3-4b10-95a7-cc6a4a1ac18f" providerId="ADAL" clId="{CE3213D0-23AA-4D9A-B670-109F57D32017}" dt="2023-07-10T15:31:53.786" v="10" actId="2696"/>
        <pc:sldMkLst>
          <pc:docMk/>
          <pc:sldMk cId="0" sldId="327"/>
        </pc:sldMkLst>
      </pc:sldChg>
      <pc:sldChg chg="add del">
        <pc:chgData name="Thomas, Paul" userId="19aa047e-baa3-4b10-95a7-cc6a4a1ac18f" providerId="ADAL" clId="{CE3213D0-23AA-4D9A-B670-109F57D32017}" dt="2023-07-10T15:31:53.786" v="10" actId="2696"/>
        <pc:sldMkLst>
          <pc:docMk/>
          <pc:sldMk cId="0" sldId="328"/>
        </pc:sldMkLst>
      </pc:sldChg>
      <pc:sldChg chg="add del">
        <pc:chgData name="Thomas, Paul" userId="19aa047e-baa3-4b10-95a7-cc6a4a1ac18f" providerId="ADAL" clId="{CE3213D0-23AA-4D9A-B670-109F57D32017}" dt="2023-07-10T15:31:53.786" v="10" actId="2696"/>
        <pc:sldMkLst>
          <pc:docMk/>
          <pc:sldMk cId="0" sldId="329"/>
        </pc:sldMkLst>
      </pc:sldChg>
      <pc:sldChg chg="del">
        <pc:chgData name="Thomas, Paul" userId="19aa047e-baa3-4b10-95a7-cc6a4a1ac18f" providerId="ADAL" clId="{CE3213D0-23AA-4D9A-B670-109F57D32017}" dt="2023-07-10T15:29:22.557" v="7" actId="47"/>
        <pc:sldMkLst>
          <pc:docMk/>
          <pc:sldMk cId="2795713486" sldId="392"/>
        </pc:sldMkLst>
      </pc:sldChg>
      <pc:sldChg chg="add del">
        <pc:chgData name="Thomas, Paul" userId="19aa047e-baa3-4b10-95a7-cc6a4a1ac18f" providerId="ADAL" clId="{CE3213D0-23AA-4D9A-B670-109F57D32017}" dt="2023-07-10T15:31:41.578" v="9" actId="2696"/>
        <pc:sldMkLst>
          <pc:docMk/>
          <pc:sldMk cId="3763812650" sldId="395"/>
        </pc:sldMkLst>
      </pc:sldChg>
      <pc:sldChg chg="add del">
        <pc:chgData name="Thomas, Paul" userId="19aa047e-baa3-4b10-95a7-cc6a4a1ac18f" providerId="ADAL" clId="{CE3213D0-23AA-4D9A-B670-109F57D32017}" dt="2023-07-10T15:31:41.578" v="9" actId="2696"/>
        <pc:sldMkLst>
          <pc:docMk/>
          <pc:sldMk cId="1621010462" sldId="396"/>
        </pc:sldMkLst>
      </pc:sldChg>
      <pc:sldChg chg="add del">
        <pc:chgData name="Thomas, Paul" userId="19aa047e-baa3-4b10-95a7-cc6a4a1ac18f" providerId="ADAL" clId="{CE3213D0-23AA-4D9A-B670-109F57D32017}" dt="2023-07-10T15:31:41.578" v="9" actId="2696"/>
        <pc:sldMkLst>
          <pc:docMk/>
          <pc:sldMk cId="2789043783" sldId="39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81750D6-EE90-4F4B-BC6F-9EC1FB918BA9}"/>
              </a:ext>
            </a:extLst>
          </p:cNvPr>
          <p:cNvSpPr>
            <a:spLocks noGrp="1"/>
          </p:cNvSpPr>
          <p:nvPr>
            <p:ph type="hdr" sz="quarter"/>
          </p:nvPr>
        </p:nvSpPr>
        <p:spPr>
          <a:xfrm>
            <a:off x="0" y="0"/>
            <a:ext cx="3170238" cy="479425"/>
          </a:xfrm>
          <a:prstGeom prst="rect">
            <a:avLst/>
          </a:prstGeom>
        </p:spPr>
        <p:txBody>
          <a:bodyPr vert="horz" lIns="96661" tIns="48331" rIns="96661" bIns="48331" rtlCol="0"/>
          <a:lstStyle>
            <a:lvl1pPr algn="l" eaLnBrk="1" hangingPunct="1">
              <a:defRPr sz="13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E6CA0120-F85C-47A0-9391-E6572F1E0235}"/>
              </a:ext>
            </a:extLst>
          </p:cNvPr>
          <p:cNvSpPr>
            <a:spLocks noGrp="1"/>
          </p:cNvSpPr>
          <p:nvPr>
            <p:ph type="dt" idx="1"/>
          </p:nvPr>
        </p:nvSpPr>
        <p:spPr>
          <a:xfrm>
            <a:off x="4143375" y="0"/>
            <a:ext cx="3170238" cy="479425"/>
          </a:xfrm>
          <a:prstGeom prst="rect">
            <a:avLst/>
          </a:prstGeom>
        </p:spPr>
        <p:txBody>
          <a:bodyPr vert="horz" lIns="96661" tIns="48331" rIns="96661" bIns="48331" rtlCol="0"/>
          <a:lstStyle>
            <a:lvl1pPr algn="r" eaLnBrk="1" hangingPunct="1">
              <a:defRPr sz="1300">
                <a:latin typeface="Arial" charset="0"/>
              </a:defRPr>
            </a:lvl1pPr>
          </a:lstStyle>
          <a:p>
            <a:pPr>
              <a:defRPr/>
            </a:pPr>
            <a:fld id="{C4D2DA90-F53E-43D9-B1D1-2319B00F5815}" type="datetimeFigureOut">
              <a:rPr lang="en-US"/>
              <a:pPr>
                <a:defRPr/>
              </a:pPr>
              <a:t>7/10/2023</a:t>
            </a:fld>
            <a:endParaRPr lang="en-US"/>
          </a:p>
        </p:txBody>
      </p:sp>
      <p:sp>
        <p:nvSpPr>
          <p:cNvPr id="4" name="Slide Image Placeholder 3">
            <a:extLst>
              <a:ext uri="{FF2B5EF4-FFF2-40B4-BE49-F238E27FC236}">
                <a16:creationId xmlns:a16="http://schemas.microsoft.com/office/drawing/2014/main" id="{333EB551-1D54-4330-A130-814899951627}"/>
              </a:ext>
            </a:extLst>
          </p:cNvPr>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a:extLst>
              <a:ext uri="{FF2B5EF4-FFF2-40B4-BE49-F238E27FC236}">
                <a16:creationId xmlns:a16="http://schemas.microsoft.com/office/drawing/2014/main" id="{0927F69D-AAF2-4719-9AEB-FA7A633C84A0}"/>
              </a:ext>
            </a:extLst>
          </p:cNvPr>
          <p:cNvSpPr>
            <a:spLocks noGrp="1"/>
          </p:cNvSpPr>
          <p:nvPr>
            <p:ph type="body" sz="quarter" idx="3"/>
          </p:nvPr>
        </p:nvSpPr>
        <p:spPr>
          <a:xfrm>
            <a:off x="731838" y="4560888"/>
            <a:ext cx="5851525" cy="4319587"/>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EE088F61-B679-4F25-A93A-384380B4AACB}"/>
              </a:ext>
            </a:extLst>
          </p:cNvPr>
          <p:cNvSpPr>
            <a:spLocks noGrp="1"/>
          </p:cNvSpPr>
          <p:nvPr>
            <p:ph type="ftr" sz="quarter" idx="4"/>
          </p:nvPr>
        </p:nvSpPr>
        <p:spPr>
          <a:xfrm>
            <a:off x="0" y="9120188"/>
            <a:ext cx="3170238" cy="479425"/>
          </a:xfrm>
          <a:prstGeom prst="rect">
            <a:avLst/>
          </a:prstGeom>
        </p:spPr>
        <p:txBody>
          <a:bodyPr vert="horz" lIns="96661" tIns="48331" rIns="96661" bIns="48331" rtlCol="0" anchor="b"/>
          <a:lstStyle>
            <a:lvl1pPr algn="l" eaLnBrk="1" hangingPunct="1">
              <a:defRPr sz="13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B1131560-F855-45DB-89C4-5E04FD1B9561}"/>
              </a:ext>
            </a:extLst>
          </p:cNvPr>
          <p:cNvSpPr>
            <a:spLocks noGrp="1"/>
          </p:cNvSpPr>
          <p:nvPr>
            <p:ph type="sldNum" sz="quarter" idx="5"/>
          </p:nvPr>
        </p:nvSpPr>
        <p:spPr>
          <a:xfrm>
            <a:off x="4143375" y="9120188"/>
            <a:ext cx="3170238" cy="479425"/>
          </a:xfrm>
          <a:prstGeom prst="rect">
            <a:avLst/>
          </a:prstGeom>
        </p:spPr>
        <p:txBody>
          <a:bodyPr vert="horz" wrap="square" lIns="96661" tIns="48331" rIns="96661" bIns="48331" numCol="1" anchor="b" anchorCtr="0" compatLnSpc="1">
            <a:prstTxWarp prst="textNoShape">
              <a:avLst/>
            </a:prstTxWarp>
          </a:bodyPr>
          <a:lstStyle>
            <a:lvl1pPr algn="r" eaLnBrk="1" hangingPunct="1">
              <a:defRPr sz="1300"/>
            </a:lvl1pPr>
          </a:lstStyle>
          <a:p>
            <a:fld id="{1C4327D3-E160-45CD-B3CC-ABC66A8E5A89}"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zhanglab.ccmb.med.umich.edu/COVID-19/"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4327D3-E160-45CD-B3CC-ABC66A8E5A89}" type="slidenum">
              <a:rPr lang="en-US" altLang="en-US" smtClean="0"/>
              <a:pPr/>
              <a:t>1</a:t>
            </a:fld>
            <a:endParaRPr lang="en-US" altLang="en-US"/>
          </a:p>
        </p:txBody>
      </p:sp>
    </p:spTree>
    <p:extLst>
      <p:ext uri="{BB962C8B-B14F-4D97-AF65-F5344CB8AC3E}">
        <p14:creationId xmlns:p14="http://schemas.microsoft.com/office/powerpoint/2010/main" val="350230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EAEA2DC7-A826-4CCE-B604-2FB63A57A70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50D7CE8-B050-4D1C-A530-10C95221C5F6}" type="slidenum">
              <a:rPr lang="en-US" altLang="en-US" sz="1300">
                <a:latin typeface="Arial" panose="020B0604020202020204" pitchFamily="34" charset="0"/>
              </a:rPr>
              <a:pPr>
                <a:spcBef>
                  <a:spcPct val="0"/>
                </a:spcBef>
              </a:pPr>
              <a:t>3</a:t>
            </a:fld>
            <a:endParaRPr lang="en-US" altLang="en-US" sz="1300">
              <a:latin typeface="Arial" panose="020B0604020202020204" pitchFamily="34" charset="0"/>
            </a:endParaRPr>
          </a:p>
        </p:txBody>
      </p:sp>
      <p:sp>
        <p:nvSpPr>
          <p:cNvPr id="33795" name="Rectangle 7">
            <a:extLst>
              <a:ext uri="{FF2B5EF4-FFF2-40B4-BE49-F238E27FC236}">
                <a16:creationId xmlns:a16="http://schemas.microsoft.com/office/drawing/2014/main" id="{21D7E9F3-4551-42DE-81C7-8D75071B4E08}"/>
              </a:ext>
            </a:extLst>
          </p:cNvPr>
          <p:cNvSpPr txBox="1">
            <a:spLocks noGrp="1" noChangeArrowheads="1"/>
          </p:cNvSpPr>
          <p:nvPr/>
        </p:nvSpPr>
        <p:spPr bwMode="auto">
          <a:xfrm>
            <a:off x="4143375" y="9120188"/>
            <a:ext cx="31702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1" tIns="48326" rIns="96651" bIns="48326"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2A13C4E1-C178-467C-82DB-74B797D40DD8}" type="slidenum">
              <a:rPr lang="en-US" altLang="en-US" sz="1300"/>
              <a:pPr algn="r" eaLnBrk="1" hangingPunct="1">
                <a:spcBef>
                  <a:spcPct val="0"/>
                </a:spcBef>
              </a:pPr>
              <a:t>3</a:t>
            </a:fld>
            <a:endParaRPr lang="en-US" altLang="en-US" sz="1300"/>
          </a:p>
        </p:txBody>
      </p:sp>
      <p:sp>
        <p:nvSpPr>
          <p:cNvPr id="33796" name="Rectangle 2">
            <a:extLst>
              <a:ext uri="{FF2B5EF4-FFF2-40B4-BE49-F238E27FC236}">
                <a16:creationId xmlns:a16="http://schemas.microsoft.com/office/drawing/2014/main" id="{584F97F3-6DAB-4EEF-B9B9-B435DFAE15F3}"/>
              </a:ext>
            </a:extLst>
          </p:cNvPr>
          <p:cNvSpPr>
            <a:spLocks noGrp="1" noRot="1" noChangeAspect="1" noChangeArrowheads="1" noTextEdit="1"/>
          </p:cNvSpPr>
          <p:nvPr>
            <p:ph type="sldImg"/>
          </p:nvPr>
        </p:nvSpPr>
        <p:spPr bwMode="auto">
          <a:xfrm>
            <a:off x="1258888" y="722313"/>
            <a:ext cx="4799012" cy="35988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7" name="Rectangle 3">
            <a:extLst>
              <a:ext uri="{FF2B5EF4-FFF2-40B4-BE49-F238E27FC236}">
                <a16:creationId xmlns:a16="http://schemas.microsoft.com/office/drawing/2014/main" id="{2D1D41C3-A5D5-4D31-883D-3155CC0ADF42}"/>
              </a:ext>
            </a:extLst>
          </p:cNvPr>
          <p:cNvSpPr>
            <a:spLocks noGrp="1" noChangeArrowheads="1"/>
          </p:cNvSpPr>
          <p:nvPr>
            <p:ph type="body" idx="1"/>
          </p:nvPr>
        </p:nvSpPr>
        <p:spPr bwMode="auto">
          <a:xfrm>
            <a:off x="973138" y="4560888"/>
            <a:ext cx="5368925" cy="4318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6651" tIns="48326" rIns="96651" bIns="48326" numCol="1" anchor="t" anchorCtr="0" compatLnSpc="1">
            <a:prstTxWarp prst="textNoShape">
              <a:avLst/>
            </a:prstTxWarp>
          </a:bodyPr>
          <a:lstStyle/>
          <a:p>
            <a:pPr eaLnBrk="1" hangingPunct="1">
              <a:spcBef>
                <a:spcPct val="0"/>
              </a:spcBef>
            </a:pPr>
            <a:r>
              <a:rPr lang="en-US" altLang="en-US">
                <a:solidFill>
                  <a:srgbClr val="000000"/>
                </a:solidFill>
                <a:ea typeface="Arial Unicode MS" panose="020B0604020202020204" pitchFamily="34" charset="-128"/>
                <a:cs typeface="Arial Unicode MS" panose="020B0604020202020204" pitchFamily="34" charset="-128"/>
              </a:rPr>
              <a:t>This figure illustrates the range of species that Influenza A sub-type viruses can infect. Some species that specific HA subtype viruses have infected are listed on the left, and some species that specific N1 subtype viruses have infected are listed on the right. </a:t>
            </a:r>
            <a:endParaRPr lang="en-US" altLang="en-US">
              <a:ea typeface="Arial Unicode MS" panose="020B0604020202020204" pitchFamily="34" charset="-128"/>
              <a:cs typeface="Arial Unicode MS" panose="020B0604020202020204" pitchFamily="34" charset="-128"/>
            </a:endParaRPr>
          </a:p>
          <a:p>
            <a:pPr eaLnBrk="1" hangingPunct="1">
              <a:spcBef>
                <a:spcPct val="0"/>
              </a:spcBef>
            </a:pPr>
            <a:r>
              <a:rPr lang="en-US" altLang="en-US">
                <a:ea typeface="Arial Unicode MS" panose="020B0604020202020204" pitchFamily="34" charset="-128"/>
                <a:cs typeface="Arial Unicode MS" panose="020B0604020202020204" pitchFamily="34" charset="-128"/>
              </a:rPr>
              <a:t>The currently circulating strain is a novel H1N1 strain.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64B79E21-D22B-4D23-AD7C-76D71F31F32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a:extLst>
              <a:ext uri="{FF2B5EF4-FFF2-40B4-BE49-F238E27FC236}">
                <a16:creationId xmlns:a16="http://schemas.microsoft.com/office/drawing/2014/main" id="{46EA12C2-FC17-4250-8C0B-CA2C8E96A6F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4276" name="Slide Number Placeholder 3">
            <a:extLst>
              <a:ext uri="{FF2B5EF4-FFF2-40B4-BE49-F238E27FC236}">
                <a16:creationId xmlns:a16="http://schemas.microsoft.com/office/drawing/2014/main" id="{CDD9EE90-19F3-47D3-8865-157462C8C0D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12911F7-0C87-48BE-B540-D93C7F5D15A0}" type="slidenum">
              <a:rPr lang="en-US" altLang="en-US" sz="1300">
                <a:latin typeface="Arial" panose="020B0604020202020204" pitchFamily="34" charset="0"/>
              </a:rPr>
              <a:pPr>
                <a:spcBef>
                  <a:spcPct val="0"/>
                </a:spcBef>
              </a:pPr>
              <a:t>22</a:t>
            </a:fld>
            <a:endParaRPr lang="en-US" altLang="en-US" sz="130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F76551CA-5C86-437A-961C-C0EFA3F50EF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a:extLst>
              <a:ext uri="{FF2B5EF4-FFF2-40B4-BE49-F238E27FC236}">
                <a16:creationId xmlns:a16="http://schemas.microsoft.com/office/drawing/2014/main" id="{98C9CFF2-9E05-4C59-A805-890BA0ED174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7588" name="Slide Number Placeholder 3">
            <a:extLst>
              <a:ext uri="{FF2B5EF4-FFF2-40B4-BE49-F238E27FC236}">
                <a16:creationId xmlns:a16="http://schemas.microsoft.com/office/drawing/2014/main" id="{D2534B7E-F4E6-416B-84F4-95259BE698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D891AD0-6B2B-4058-AB6A-0A34953D6824}" type="slidenum">
              <a:rPr lang="en-US" altLang="en-US" sz="1300">
                <a:latin typeface="Arial" panose="020B0604020202020204" pitchFamily="34" charset="0"/>
              </a:rPr>
              <a:pPr>
                <a:spcBef>
                  <a:spcPct val="0"/>
                </a:spcBef>
              </a:pPr>
              <a:t>34</a:t>
            </a:fld>
            <a:endParaRPr lang="en-US" altLang="en-US" sz="130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B9FB9487-2E3D-47EF-983A-8F45BD83E12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a:extLst>
              <a:ext uri="{FF2B5EF4-FFF2-40B4-BE49-F238E27FC236}">
                <a16:creationId xmlns:a16="http://schemas.microsoft.com/office/drawing/2014/main" id="{BA8D6884-3425-4928-B072-296FB75A0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*nsp14 is an exonuclease with “proof-reading” function</a:t>
            </a:r>
          </a:p>
        </p:txBody>
      </p:sp>
      <p:sp>
        <p:nvSpPr>
          <p:cNvPr id="78852" name="Slide Number Placeholder 3">
            <a:extLst>
              <a:ext uri="{FF2B5EF4-FFF2-40B4-BE49-F238E27FC236}">
                <a16:creationId xmlns:a16="http://schemas.microsoft.com/office/drawing/2014/main" id="{916479EC-8B52-4355-AFEA-BED156AEC64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F160894-F448-4339-8FEF-565AA6044BE9}" type="slidenum">
              <a:rPr lang="en-US" altLang="en-US"/>
              <a:pPr/>
              <a:t>44</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BC55F268-6DDD-4B19-8CC8-9DB1034F477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id="{AFD2D99E-373C-4CBC-B4D5-AA6C0C3BEE4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hlinkClick r:id="rId3"/>
              </a:rPr>
              <a:t>https://zhanglab.ccmb.med.umich.edu/COVID-19/</a:t>
            </a:r>
            <a:endParaRPr lang="en-US" altLang="en-US"/>
          </a:p>
          <a:p>
            <a:endParaRPr lang="en-US" altLang="en-US"/>
          </a:p>
          <a:p>
            <a:r>
              <a:rPr lang="en-US" altLang="en-US"/>
              <a:t>Really nice for visualization</a:t>
            </a:r>
          </a:p>
        </p:txBody>
      </p:sp>
      <p:sp>
        <p:nvSpPr>
          <p:cNvPr id="80900" name="Slide Number Placeholder 3">
            <a:extLst>
              <a:ext uri="{FF2B5EF4-FFF2-40B4-BE49-F238E27FC236}">
                <a16:creationId xmlns:a16="http://schemas.microsoft.com/office/drawing/2014/main" id="{0F7C42DD-85FB-4AC0-9325-CBE0D1BB1B2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E9FF206-A86F-4F0E-8B47-E07BF54D6D45}" type="slidenum">
              <a:rPr lang="en-US" altLang="en-US"/>
              <a:pPr/>
              <a:t>45</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573B6D4-BFDA-44EB-A31B-AC382F3A49F5}"/>
              </a:ext>
            </a:extLst>
          </p:cNvPr>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a:extLst>
              <a:ext uri="{FF2B5EF4-FFF2-40B4-BE49-F238E27FC236}">
                <a16:creationId xmlns:a16="http://schemas.microsoft.com/office/drawing/2014/main" id="{D5F16D3B-1684-4810-A9E0-DD54D4B560CF}"/>
              </a:ext>
            </a:extLst>
          </p:cNvPr>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9F850C17-712D-430B-981D-3EE36B05083B}"/>
              </a:ext>
            </a:extLst>
          </p:cNvPr>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B6D4FECF-D257-4878-B9F3-EA19E6A394B9}"/>
              </a:ext>
            </a:extLst>
          </p:cNvPr>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Straight Connector 9">
            <a:extLst>
              <a:ext uri="{FF2B5EF4-FFF2-40B4-BE49-F238E27FC236}">
                <a16:creationId xmlns:a16="http://schemas.microsoft.com/office/drawing/2014/main" id="{69A4558C-A8E9-42CB-9933-595523F308A6}"/>
              </a:ext>
            </a:extLst>
          </p:cNvPr>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1" name="Straight Connector 10">
            <a:extLst>
              <a:ext uri="{FF2B5EF4-FFF2-40B4-BE49-F238E27FC236}">
                <a16:creationId xmlns:a16="http://schemas.microsoft.com/office/drawing/2014/main" id="{9119B2A0-6D2A-4613-B1E8-92BDFFCFBE17}"/>
              </a:ext>
            </a:extLst>
          </p:cNvPr>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2" name="Straight Connector 11">
            <a:extLst>
              <a:ext uri="{FF2B5EF4-FFF2-40B4-BE49-F238E27FC236}">
                <a16:creationId xmlns:a16="http://schemas.microsoft.com/office/drawing/2014/main" id="{95E961B2-F388-4355-B309-7841293EEA12}"/>
              </a:ext>
            </a:extLst>
          </p:cNvPr>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3" name="Straight Connector 12">
            <a:extLst>
              <a:ext uri="{FF2B5EF4-FFF2-40B4-BE49-F238E27FC236}">
                <a16:creationId xmlns:a16="http://schemas.microsoft.com/office/drawing/2014/main" id="{6A27FBB7-0310-4A98-BF1C-BFAA2850E94C}"/>
              </a:ext>
            </a:extLst>
          </p:cNvPr>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4" name="Straight Connector 13">
            <a:extLst>
              <a:ext uri="{FF2B5EF4-FFF2-40B4-BE49-F238E27FC236}">
                <a16:creationId xmlns:a16="http://schemas.microsoft.com/office/drawing/2014/main" id="{A9346D92-35CD-46D9-8A94-7996FEC6448B}"/>
              </a:ext>
            </a:extLst>
          </p:cNvPr>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5" name="Straight Connector 14">
            <a:extLst>
              <a:ext uri="{FF2B5EF4-FFF2-40B4-BE49-F238E27FC236}">
                <a16:creationId xmlns:a16="http://schemas.microsoft.com/office/drawing/2014/main" id="{271AAAAE-4471-46AE-B8F2-6F320E92F85D}"/>
              </a:ext>
            </a:extLst>
          </p:cNvPr>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6" name="Rectangle 15">
            <a:extLst>
              <a:ext uri="{FF2B5EF4-FFF2-40B4-BE49-F238E27FC236}">
                <a16:creationId xmlns:a16="http://schemas.microsoft.com/office/drawing/2014/main" id="{E10BB6CB-AECE-4213-AD3A-22AF2CD53A50}"/>
              </a:ext>
            </a:extLst>
          </p:cNvPr>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7" name="Oval 16">
            <a:extLst>
              <a:ext uri="{FF2B5EF4-FFF2-40B4-BE49-F238E27FC236}">
                <a16:creationId xmlns:a16="http://schemas.microsoft.com/office/drawing/2014/main" id="{BCCB18ED-3D3D-4594-A043-910555AE0147}"/>
              </a:ext>
            </a:extLst>
          </p:cNvPr>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8" name="Oval 17">
            <a:extLst>
              <a:ext uri="{FF2B5EF4-FFF2-40B4-BE49-F238E27FC236}">
                <a16:creationId xmlns:a16="http://schemas.microsoft.com/office/drawing/2014/main" id="{4AAD8AF5-015D-46D9-ABFF-820D165C7E42}"/>
              </a:ext>
            </a:extLst>
          </p:cNvPr>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9" name="Oval 18">
            <a:extLst>
              <a:ext uri="{FF2B5EF4-FFF2-40B4-BE49-F238E27FC236}">
                <a16:creationId xmlns:a16="http://schemas.microsoft.com/office/drawing/2014/main" id="{A4F9DA2D-0F0C-43E4-B2DE-DA70EC396AFE}"/>
              </a:ext>
            </a:extLst>
          </p:cNvPr>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0" name="Oval 19">
            <a:extLst>
              <a:ext uri="{FF2B5EF4-FFF2-40B4-BE49-F238E27FC236}">
                <a16:creationId xmlns:a16="http://schemas.microsoft.com/office/drawing/2014/main" id="{AB5DA90F-8B72-4798-9D63-B0E7B846ED7C}"/>
              </a:ext>
            </a:extLst>
          </p:cNvPr>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1" name="Oval 20">
            <a:extLst>
              <a:ext uri="{FF2B5EF4-FFF2-40B4-BE49-F238E27FC236}">
                <a16:creationId xmlns:a16="http://schemas.microsoft.com/office/drawing/2014/main" id="{0B937C4B-D221-4A78-9521-00AF8D213A06}"/>
              </a:ext>
            </a:extLst>
          </p:cNvPr>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8" name="Title 7"/>
          <p:cNvSpPr>
            <a:spLocks noGrp="1"/>
          </p:cNvSpPr>
          <p:nvPr>
            <p:ph type="ctrTitle"/>
          </p:nvPr>
        </p:nvSpPr>
        <p:spPr>
          <a:xfrm>
            <a:off x="2286000" y="3124200"/>
            <a:ext cx="6172200" cy="1894362"/>
          </a:xfrm>
        </p:spPr>
        <p:txBody>
          <a:bodyPr/>
          <a:lstStyle>
            <a:lvl1pPr>
              <a:defRPr b="1"/>
            </a:lvl1pPr>
          </a:lstStyle>
          <a:p>
            <a:r>
              <a:rPr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2" name="Date Placeholder 27">
            <a:extLst>
              <a:ext uri="{FF2B5EF4-FFF2-40B4-BE49-F238E27FC236}">
                <a16:creationId xmlns:a16="http://schemas.microsoft.com/office/drawing/2014/main" id="{A7304854-FADB-4FF7-B25F-DA6AA1632F0C}"/>
              </a:ext>
            </a:extLst>
          </p:cNvPr>
          <p:cNvSpPr>
            <a:spLocks noGrp="1"/>
          </p:cNvSpPr>
          <p:nvPr>
            <p:ph type="dt" sz="half" idx="10"/>
          </p:nvPr>
        </p:nvSpPr>
        <p:spPr bwMode="auto">
          <a:xfrm rot="5400000">
            <a:off x="7764463" y="1174750"/>
            <a:ext cx="2286000" cy="381000"/>
          </a:xfrm>
        </p:spPr>
        <p:txBody>
          <a:bodyPr/>
          <a:lstStyle>
            <a:lvl1pPr>
              <a:defRPr/>
            </a:lvl1pPr>
          </a:lstStyle>
          <a:p>
            <a:pPr>
              <a:defRPr/>
            </a:pPr>
            <a:endParaRPr lang="en-US"/>
          </a:p>
        </p:txBody>
      </p:sp>
      <p:sp>
        <p:nvSpPr>
          <p:cNvPr id="23" name="Footer Placeholder 16">
            <a:extLst>
              <a:ext uri="{FF2B5EF4-FFF2-40B4-BE49-F238E27FC236}">
                <a16:creationId xmlns:a16="http://schemas.microsoft.com/office/drawing/2014/main" id="{DCF7FC6F-51FF-43E0-BDD4-48B67D76972A}"/>
              </a:ext>
            </a:extLst>
          </p:cNvPr>
          <p:cNvSpPr>
            <a:spLocks noGrp="1"/>
          </p:cNvSpPr>
          <p:nvPr>
            <p:ph type="ftr" sz="quarter" idx="11"/>
          </p:nvPr>
        </p:nvSpPr>
        <p:spPr bwMode="auto">
          <a:xfrm rot="5400000">
            <a:off x="7077076" y="4181475"/>
            <a:ext cx="3657600" cy="384175"/>
          </a:xfrm>
        </p:spPr>
        <p:txBody>
          <a:bodyPr/>
          <a:lstStyle>
            <a:lvl1pPr>
              <a:defRPr/>
            </a:lvl1pPr>
          </a:lstStyle>
          <a:p>
            <a:pPr>
              <a:defRPr/>
            </a:pPr>
            <a:endParaRPr lang="en-US"/>
          </a:p>
        </p:txBody>
      </p:sp>
      <p:sp>
        <p:nvSpPr>
          <p:cNvPr id="24" name="Slide Number Placeholder 28">
            <a:extLst>
              <a:ext uri="{FF2B5EF4-FFF2-40B4-BE49-F238E27FC236}">
                <a16:creationId xmlns:a16="http://schemas.microsoft.com/office/drawing/2014/main" id="{612483EF-0481-4348-9C07-F791CAD8B242}"/>
              </a:ext>
            </a:extLst>
          </p:cNvPr>
          <p:cNvSpPr>
            <a:spLocks noGrp="1"/>
          </p:cNvSpPr>
          <p:nvPr>
            <p:ph type="sldNum" sz="quarter" idx="12"/>
          </p:nvPr>
        </p:nvSpPr>
        <p:spPr bwMode="auto">
          <a:xfrm>
            <a:off x="1325563" y="4929188"/>
            <a:ext cx="609600" cy="517525"/>
          </a:xfrm>
        </p:spPr>
        <p:txBody>
          <a:bodyPr/>
          <a:lstStyle>
            <a:lvl1pPr>
              <a:defRPr/>
            </a:lvl1pPr>
          </a:lstStyle>
          <a:p>
            <a:fld id="{541686EF-4438-4855-A61B-42E866A07866}" type="slidenum">
              <a:rPr lang="en-US" altLang="en-US"/>
              <a:pPr/>
              <a:t>‹#›</a:t>
            </a:fld>
            <a:endParaRPr lang="en-US" altLang="en-US"/>
          </a:p>
        </p:txBody>
      </p:sp>
    </p:spTree>
    <p:extLst>
      <p:ext uri="{BB962C8B-B14F-4D97-AF65-F5344CB8AC3E}">
        <p14:creationId xmlns:p14="http://schemas.microsoft.com/office/powerpoint/2010/main" val="13991992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a:extLst>
              <a:ext uri="{FF2B5EF4-FFF2-40B4-BE49-F238E27FC236}">
                <a16:creationId xmlns:a16="http://schemas.microsoft.com/office/drawing/2014/main" id="{87D3C078-D542-4C0B-84F2-FDF913A27F7C}"/>
              </a:ext>
            </a:extLst>
          </p:cNvPr>
          <p:cNvSpPr>
            <a:spLocks noGrp="1"/>
          </p:cNvSpPr>
          <p:nvPr>
            <p:ph type="dt" sz="half" idx="10"/>
          </p:nvPr>
        </p:nvSpPr>
        <p:spPr/>
        <p:txBody>
          <a:bodyPr rtlCol="0"/>
          <a:lstStyle>
            <a:lvl1pPr>
              <a:defRPr/>
            </a:lvl1pPr>
          </a:lstStyle>
          <a:p>
            <a:pPr>
              <a:defRPr/>
            </a:pPr>
            <a:endParaRPr lang="en-US"/>
          </a:p>
        </p:txBody>
      </p:sp>
      <p:sp>
        <p:nvSpPr>
          <p:cNvPr id="5" name="Slide Number Placeholder 8">
            <a:extLst>
              <a:ext uri="{FF2B5EF4-FFF2-40B4-BE49-F238E27FC236}">
                <a16:creationId xmlns:a16="http://schemas.microsoft.com/office/drawing/2014/main" id="{B1A5E64E-67CC-40CE-863A-7B0ADF7978A2}"/>
              </a:ext>
            </a:extLst>
          </p:cNvPr>
          <p:cNvSpPr>
            <a:spLocks noGrp="1"/>
          </p:cNvSpPr>
          <p:nvPr>
            <p:ph type="sldNum" sz="quarter" idx="11"/>
          </p:nvPr>
        </p:nvSpPr>
        <p:spPr/>
        <p:txBody>
          <a:bodyPr/>
          <a:lstStyle>
            <a:lvl1pPr>
              <a:defRPr/>
            </a:lvl1pPr>
          </a:lstStyle>
          <a:p>
            <a:fld id="{8650BEE5-2C6E-4203-87AC-4EA0AAD87DFE}" type="slidenum">
              <a:rPr lang="en-US" altLang="en-US"/>
              <a:pPr/>
              <a:t>‹#›</a:t>
            </a:fld>
            <a:endParaRPr lang="en-US" altLang="en-US"/>
          </a:p>
        </p:txBody>
      </p:sp>
      <p:sp>
        <p:nvSpPr>
          <p:cNvPr id="6" name="Footer Placeholder 9">
            <a:extLst>
              <a:ext uri="{FF2B5EF4-FFF2-40B4-BE49-F238E27FC236}">
                <a16:creationId xmlns:a16="http://schemas.microsoft.com/office/drawing/2014/main" id="{3CEEF515-B8C1-4371-B261-ABBC1486D368}"/>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4092885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3DB106-66DF-4CDF-A668-7CC8B26B7912}"/>
              </a:ext>
            </a:extLst>
          </p:cNvPr>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a:extLst>
              <a:ext uri="{FF2B5EF4-FFF2-40B4-BE49-F238E27FC236}">
                <a16:creationId xmlns:a16="http://schemas.microsoft.com/office/drawing/2014/main" id="{E920EE9A-3C35-4361-ACFD-67AEF58722B9}"/>
              </a:ext>
            </a:extLst>
          </p:cNvPr>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4A2A6531-A835-4F17-9668-E1B56DF8D4B0}"/>
              </a:ext>
            </a:extLst>
          </p:cNvPr>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B23BC56B-9E93-4299-A320-6FADA51E2945}"/>
              </a:ext>
            </a:extLst>
          </p:cNvPr>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Straight Connector 7">
            <a:extLst>
              <a:ext uri="{FF2B5EF4-FFF2-40B4-BE49-F238E27FC236}">
                <a16:creationId xmlns:a16="http://schemas.microsoft.com/office/drawing/2014/main" id="{E6087238-479B-46BF-B703-3EACAAD18999}"/>
              </a:ext>
            </a:extLst>
          </p:cNvPr>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9" name="Straight Connector 8">
            <a:extLst>
              <a:ext uri="{FF2B5EF4-FFF2-40B4-BE49-F238E27FC236}">
                <a16:creationId xmlns:a16="http://schemas.microsoft.com/office/drawing/2014/main" id="{CA8A9EF3-1CD3-44CC-9528-63A13518CEB8}"/>
              </a:ext>
            </a:extLst>
          </p:cNvPr>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0" name="Straight Connector 9">
            <a:extLst>
              <a:ext uri="{FF2B5EF4-FFF2-40B4-BE49-F238E27FC236}">
                <a16:creationId xmlns:a16="http://schemas.microsoft.com/office/drawing/2014/main" id="{AC49C32A-F373-4AD8-B570-9354F3F1F645}"/>
              </a:ext>
            </a:extLst>
          </p:cNvPr>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1" name="Straight Connector 10">
            <a:extLst>
              <a:ext uri="{FF2B5EF4-FFF2-40B4-BE49-F238E27FC236}">
                <a16:creationId xmlns:a16="http://schemas.microsoft.com/office/drawing/2014/main" id="{70323B4C-7FD5-47B4-9C6F-D4A0FA8E8EE4}"/>
              </a:ext>
            </a:extLst>
          </p:cNvPr>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2" name="Straight Connector 11">
            <a:extLst>
              <a:ext uri="{FF2B5EF4-FFF2-40B4-BE49-F238E27FC236}">
                <a16:creationId xmlns:a16="http://schemas.microsoft.com/office/drawing/2014/main" id="{BCD6D1A4-E5E9-4029-AC9E-9F05DDC960FB}"/>
              </a:ext>
            </a:extLst>
          </p:cNvPr>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3" name="Rectangle 12">
            <a:extLst>
              <a:ext uri="{FF2B5EF4-FFF2-40B4-BE49-F238E27FC236}">
                <a16:creationId xmlns:a16="http://schemas.microsoft.com/office/drawing/2014/main" id="{C0DCE1B8-C5BD-4947-95CC-3D1B795BC7DF}"/>
              </a:ext>
            </a:extLst>
          </p:cNvPr>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4" name="Oval 13">
            <a:extLst>
              <a:ext uri="{FF2B5EF4-FFF2-40B4-BE49-F238E27FC236}">
                <a16:creationId xmlns:a16="http://schemas.microsoft.com/office/drawing/2014/main" id="{F0AF77DC-2C96-4C1E-9FC7-4153F4FDC910}"/>
              </a:ext>
            </a:extLst>
          </p:cNvPr>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5" name="Oval 14">
            <a:extLst>
              <a:ext uri="{FF2B5EF4-FFF2-40B4-BE49-F238E27FC236}">
                <a16:creationId xmlns:a16="http://schemas.microsoft.com/office/drawing/2014/main" id="{C87E33D5-FDB0-422D-9C06-5E471FB455A8}"/>
              </a:ext>
            </a:extLst>
          </p:cNvPr>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6" name="Oval 15">
            <a:extLst>
              <a:ext uri="{FF2B5EF4-FFF2-40B4-BE49-F238E27FC236}">
                <a16:creationId xmlns:a16="http://schemas.microsoft.com/office/drawing/2014/main" id="{C6E97D5F-A5AD-436D-B4B9-E00BC96EE756}"/>
              </a:ext>
            </a:extLst>
          </p:cNvPr>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7" name="Oval 16">
            <a:extLst>
              <a:ext uri="{FF2B5EF4-FFF2-40B4-BE49-F238E27FC236}">
                <a16:creationId xmlns:a16="http://schemas.microsoft.com/office/drawing/2014/main" id="{72ADA248-7B27-40AD-AA09-75A01544950D}"/>
              </a:ext>
            </a:extLst>
          </p:cNvPr>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8" name="Oval 17">
            <a:extLst>
              <a:ext uri="{FF2B5EF4-FFF2-40B4-BE49-F238E27FC236}">
                <a16:creationId xmlns:a16="http://schemas.microsoft.com/office/drawing/2014/main" id="{5CD5F8F8-3E59-4B9C-BB1A-8448F80758C1}"/>
              </a:ext>
            </a:extLst>
          </p:cNvPr>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9" name="Straight Connector 18">
            <a:extLst>
              <a:ext uri="{FF2B5EF4-FFF2-40B4-BE49-F238E27FC236}">
                <a16:creationId xmlns:a16="http://schemas.microsoft.com/office/drawing/2014/main" id="{05CDF92C-7603-4484-99B2-5534B5AE2BF2}"/>
              </a:ext>
            </a:extLst>
          </p:cNvPr>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lang="en-US"/>
              <a:t>Click to edit Master title style</a:t>
            </a:r>
          </a:p>
        </p:txBody>
      </p:sp>
      <p:sp>
        <p:nvSpPr>
          <p:cNvPr id="3" name="Text Placehold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0" name="Date Placeholder 3">
            <a:extLst>
              <a:ext uri="{FF2B5EF4-FFF2-40B4-BE49-F238E27FC236}">
                <a16:creationId xmlns:a16="http://schemas.microsoft.com/office/drawing/2014/main" id="{785B2F7D-072B-4F6F-9CC7-E328D5783DB0}"/>
              </a:ext>
            </a:extLst>
          </p:cNvPr>
          <p:cNvSpPr>
            <a:spLocks noGrp="1"/>
          </p:cNvSpPr>
          <p:nvPr>
            <p:ph type="dt" sz="half" idx="10"/>
          </p:nvPr>
        </p:nvSpPr>
        <p:spPr bwMode="auto">
          <a:xfrm rot="5400000">
            <a:off x="7762875" y="1169988"/>
            <a:ext cx="2286000" cy="381000"/>
          </a:xfrm>
        </p:spPr>
        <p:txBody>
          <a:bodyPr/>
          <a:lstStyle>
            <a:lvl1pPr>
              <a:defRPr/>
            </a:lvl1pPr>
          </a:lstStyle>
          <a:p>
            <a:pPr>
              <a:defRPr/>
            </a:pPr>
            <a:endParaRPr lang="en-US"/>
          </a:p>
        </p:txBody>
      </p:sp>
      <p:sp>
        <p:nvSpPr>
          <p:cNvPr id="21" name="Footer Placeholder 4">
            <a:extLst>
              <a:ext uri="{FF2B5EF4-FFF2-40B4-BE49-F238E27FC236}">
                <a16:creationId xmlns:a16="http://schemas.microsoft.com/office/drawing/2014/main" id="{B06CAB9D-3B88-4946-9F47-873ED07798A2}"/>
              </a:ext>
            </a:extLst>
          </p:cNvPr>
          <p:cNvSpPr>
            <a:spLocks noGrp="1"/>
          </p:cNvSpPr>
          <p:nvPr>
            <p:ph type="ftr" sz="quarter" idx="11"/>
          </p:nvPr>
        </p:nvSpPr>
        <p:spPr bwMode="auto">
          <a:xfrm rot="5400000">
            <a:off x="7077076" y="4178300"/>
            <a:ext cx="3657600" cy="384175"/>
          </a:xfrm>
        </p:spPr>
        <p:txBody>
          <a:bodyPr/>
          <a:lstStyle>
            <a:lvl1pPr>
              <a:defRPr/>
            </a:lvl1pPr>
          </a:lstStyle>
          <a:p>
            <a:pPr>
              <a:defRPr/>
            </a:pPr>
            <a:endParaRPr lang="en-US"/>
          </a:p>
        </p:txBody>
      </p:sp>
      <p:sp>
        <p:nvSpPr>
          <p:cNvPr id="22" name="Slide Number Placeholder 5">
            <a:extLst>
              <a:ext uri="{FF2B5EF4-FFF2-40B4-BE49-F238E27FC236}">
                <a16:creationId xmlns:a16="http://schemas.microsoft.com/office/drawing/2014/main" id="{7056E648-99D7-491A-83CE-3E79CA4909E0}"/>
              </a:ext>
            </a:extLst>
          </p:cNvPr>
          <p:cNvSpPr>
            <a:spLocks noGrp="1"/>
          </p:cNvSpPr>
          <p:nvPr>
            <p:ph type="sldNum" sz="quarter" idx="12"/>
          </p:nvPr>
        </p:nvSpPr>
        <p:spPr bwMode="auto">
          <a:xfrm>
            <a:off x="1339850" y="4929188"/>
            <a:ext cx="609600" cy="517525"/>
          </a:xfrm>
        </p:spPr>
        <p:txBody>
          <a:bodyPr/>
          <a:lstStyle>
            <a:lvl1pPr>
              <a:defRPr/>
            </a:lvl1pPr>
          </a:lstStyle>
          <a:p>
            <a:fld id="{EBB0E018-EBA2-4111-A6E3-8F8C4659E462}" type="slidenum">
              <a:rPr lang="en-US" altLang="en-US"/>
              <a:pPr/>
              <a:t>‹#›</a:t>
            </a:fld>
            <a:endParaRPr lang="en-US" altLang="en-US"/>
          </a:p>
        </p:txBody>
      </p:sp>
    </p:spTree>
    <p:extLst>
      <p:ext uri="{BB962C8B-B14F-4D97-AF65-F5344CB8AC3E}">
        <p14:creationId xmlns:p14="http://schemas.microsoft.com/office/powerpoint/2010/main" val="175892419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457200"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270248"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4882B1D8-5687-4608-BCEC-681D085FDA3C}"/>
              </a:ext>
            </a:extLst>
          </p:cNvPr>
          <p:cNvSpPr>
            <a:spLocks noGrp="1"/>
          </p:cNvSpPr>
          <p:nvPr>
            <p:ph type="dt" sz="half" idx="10"/>
          </p:nvPr>
        </p:nvSpPr>
        <p:spPr/>
        <p:txBody>
          <a:bodyPr/>
          <a:lstStyle>
            <a:lvl1pPr>
              <a:defRPr/>
            </a:lvl1pPr>
          </a:lstStyle>
          <a:p>
            <a:pPr>
              <a:defRPr/>
            </a:pPr>
            <a:endParaRPr lang="en-US"/>
          </a:p>
        </p:txBody>
      </p:sp>
      <p:sp>
        <p:nvSpPr>
          <p:cNvPr id="6" name="Footer Placeholder 2">
            <a:extLst>
              <a:ext uri="{FF2B5EF4-FFF2-40B4-BE49-F238E27FC236}">
                <a16:creationId xmlns:a16="http://schemas.microsoft.com/office/drawing/2014/main" id="{BA7BC8BD-12FC-4B3F-B2A3-35DFE3F0872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44A54B47-B4F7-4531-AA68-38FBE30CB9FD}"/>
              </a:ext>
            </a:extLst>
          </p:cNvPr>
          <p:cNvSpPr>
            <a:spLocks noGrp="1"/>
          </p:cNvSpPr>
          <p:nvPr>
            <p:ph type="sldNum" sz="quarter" idx="12"/>
          </p:nvPr>
        </p:nvSpPr>
        <p:spPr/>
        <p:txBody>
          <a:bodyPr/>
          <a:lstStyle>
            <a:lvl1pPr>
              <a:defRPr/>
            </a:lvl1pPr>
          </a:lstStyle>
          <a:p>
            <a:fld id="{E4BEFA1A-7225-42BC-8945-FD0F775D9A4E}" type="slidenum">
              <a:rPr lang="en-US" altLang="en-US"/>
              <a:pPr/>
              <a:t>‹#›</a:t>
            </a:fld>
            <a:endParaRPr lang="en-US" altLang="en-US"/>
          </a:p>
        </p:txBody>
      </p:sp>
    </p:spTree>
    <p:extLst>
      <p:ext uri="{BB962C8B-B14F-4D97-AF65-F5344CB8AC3E}">
        <p14:creationId xmlns:p14="http://schemas.microsoft.com/office/powerpoint/2010/main" val="2753680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457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37197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7" name="Date Placeholder 13">
            <a:extLst>
              <a:ext uri="{FF2B5EF4-FFF2-40B4-BE49-F238E27FC236}">
                <a16:creationId xmlns:a16="http://schemas.microsoft.com/office/drawing/2014/main" id="{EC097B80-AB53-4CED-BF80-81B8451E0E2E}"/>
              </a:ext>
            </a:extLst>
          </p:cNvPr>
          <p:cNvSpPr>
            <a:spLocks noGrp="1"/>
          </p:cNvSpPr>
          <p:nvPr>
            <p:ph type="dt" sz="half" idx="10"/>
          </p:nvPr>
        </p:nvSpPr>
        <p:spPr/>
        <p:txBody>
          <a:bodyPr/>
          <a:lstStyle>
            <a:lvl1pPr>
              <a:defRPr/>
            </a:lvl1pPr>
          </a:lstStyle>
          <a:p>
            <a:pPr>
              <a:defRPr/>
            </a:pPr>
            <a:endParaRPr lang="en-US"/>
          </a:p>
        </p:txBody>
      </p:sp>
      <p:sp>
        <p:nvSpPr>
          <p:cNvPr id="8" name="Footer Placeholder 2">
            <a:extLst>
              <a:ext uri="{FF2B5EF4-FFF2-40B4-BE49-F238E27FC236}">
                <a16:creationId xmlns:a16="http://schemas.microsoft.com/office/drawing/2014/main" id="{57A75E12-0448-4748-B9B5-BABEC47A309D}"/>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22">
            <a:extLst>
              <a:ext uri="{FF2B5EF4-FFF2-40B4-BE49-F238E27FC236}">
                <a16:creationId xmlns:a16="http://schemas.microsoft.com/office/drawing/2014/main" id="{7681C254-992F-40D8-B2B5-63177EBCE376}"/>
              </a:ext>
            </a:extLst>
          </p:cNvPr>
          <p:cNvSpPr>
            <a:spLocks noGrp="1"/>
          </p:cNvSpPr>
          <p:nvPr>
            <p:ph type="sldNum" sz="quarter" idx="12"/>
          </p:nvPr>
        </p:nvSpPr>
        <p:spPr/>
        <p:txBody>
          <a:bodyPr/>
          <a:lstStyle>
            <a:lvl1pPr>
              <a:defRPr/>
            </a:lvl1pPr>
          </a:lstStyle>
          <a:p>
            <a:fld id="{60F4184F-3A0F-4138-8C09-9D1A937B6E8B}" type="slidenum">
              <a:rPr lang="en-US" altLang="en-US"/>
              <a:pPr/>
              <a:t>‹#›</a:t>
            </a:fld>
            <a:endParaRPr lang="en-US" altLang="en-US"/>
          </a:p>
        </p:txBody>
      </p:sp>
    </p:spTree>
    <p:extLst>
      <p:ext uri="{BB962C8B-B14F-4D97-AF65-F5344CB8AC3E}">
        <p14:creationId xmlns:p14="http://schemas.microsoft.com/office/powerpoint/2010/main" val="2931349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5">
            <a:extLst>
              <a:ext uri="{FF2B5EF4-FFF2-40B4-BE49-F238E27FC236}">
                <a16:creationId xmlns:a16="http://schemas.microsoft.com/office/drawing/2014/main" id="{B80A39B2-1B3A-4330-9213-A7F3549C41A8}"/>
              </a:ext>
            </a:extLst>
          </p:cNvPr>
          <p:cNvSpPr>
            <a:spLocks noGrp="1"/>
          </p:cNvSpPr>
          <p:nvPr>
            <p:ph type="dt" sz="half" idx="10"/>
          </p:nvPr>
        </p:nvSpPr>
        <p:spPr/>
        <p:txBody>
          <a:bodyPr rtlCol="0"/>
          <a:lstStyle>
            <a:lvl1pPr>
              <a:defRPr/>
            </a:lvl1pPr>
          </a:lstStyle>
          <a:p>
            <a:pPr>
              <a:defRPr/>
            </a:pPr>
            <a:endParaRPr lang="en-US"/>
          </a:p>
        </p:txBody>
      </p:sp>
      <p:sp>
        <p:nvSpPr>
          <p:cNvPr id="4" name="Slide Number Placeholder 6">
            <a:extLst>
              <a:ext uri="{FF2B5EF4-FFF2-40B4-BE49-F238E27FC236}">
                <a16:creationId xmlns:a16="http://schemas.microsoft.com/office/drawing/2014/main" id="{3B475ABA-2437-4AEA-B61C-BB06A08DF8E1}"/>
              </a:ext>
            </a:extLst>
          </p:cNvPr>
          <p:cNvSpPr>
            <a:spLocks noGrp="1"/>
          </p:cNvSpPr>
          <p:nvPr>
            <p:ph type="sldNum" sz="quarter" idx="11"/>
          </p:nvPr>
        </p:nvSpPr>
        <p:spPr/>
        <p:txBody>
          <a:bodyPr/>
          <a:lstStyle>
            <a:lvl1pPr>
              <a:defRPr/>
            </a:lvl1pPr>
          </a:lstStyle>
          <a:p>
            <a:fld id="{778EC336-2DBA-406A-99CA-B567EA901847}" type="slidenum">
              <a:rPr lang="en-US" altLang="en-US"/>
              <a:pPr/>
              <a:t>‹#›</a:t>
            </a:fld>
            <a:endParaRPr lang="en-US" altLang="en-US"/>
          </a:p>
        </p:txBody>
      </p:sp>
      <p:sp>
        <p:nvSpPr>
          <p:cNvPr id="5" name="Footer Placeholder 7">
            <a:extLst>
              <a:ext uri="{FF2B5EF4-FFF2-40B4-BE49-F238E27FC236}">
                <a16:creationId xmlns:a16="http://schemas.microsoft.com/office/drawing/2014/main" id="{48231ABE-C5C9-4938-B113-6AA18F09F781}"/>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1066076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20B27A36-52F4-4929-B647-619E9CDA34C5}"/>
              </a:ext>
            </a:extLst>
          </p:cNvPr>
          <p:cNvSpPr>
            <a:spLocks noGrp="1"/>
          </p:cNvSpPr>
          <p:nvPr>
            <p:ph type="dt" sz="half" idx="10"/>
          </p:nvPr>
        </p:nvSpPr>
        <p:spPr/>
        <p:txBody>
          <a:bodyPr/>
          <a:lstStyle>
            <a:lvl1pPr>
              <a:defRPr/>
            </a:lvl1pPr>
          </a:lstStyle>
          <a:p>
            <a:pPr>
              <a:defRPr/>
            </a:pPr>
            <a:endParaRPr lang="en-US"/>
          </a:p>
        </p:txBody>
      </p:sp>
      <p:sp>
        <p:nvSpPr>
          <p:cNvPr id="3" name="Footer Placeholder 2">
            <a:extLst>
              <a:ext uri="{FF2B5EF4-FFF2-40B4-BE49-F238E27FC236}">
                <a16:creationId xmlns:a16="http://schemas.microsoft.com/office/drawing/2014/main" id="{6483E820-8F77-41A8-A08D-FD521A27C03C}"/>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2">
            <a:extLst>
              <a:ext uri="{FF2B5EF4-FFF2-40B4-BE49-F238E27FC236}">
                <a16:creationId xmlns:a16="http://schemas.microsoft.com/office/drawing/2014/main" id="{866F4DD3-C8CF-4BC6-8A26-194BB4880506}"/>
              </a:ext>
            </a:extLst>
          </p:cNvPr>
          <p:cNvSpPr>
            <a:spLocks noGrp="1"/>
          </p:cNvSpPr>
          <p:nvPr>
            <p:ph type="sldNum" sz="quarter" idx="12"/>
          </p:nvPr>
        </p:nvSpPr>
        <p:spPr/>
        <p:txBody>
          <a:bodyPr/>
          <a:lstStyle>
            <a:lvl1pPr>
              <a:defRPr/>
            </a:lvl1pPr>
          </a:lstStyle>
          <a:p>
            <a:fld id="{A06288DE-9BEB-49D4-94A2-A2F80E5D8C52}" type="slidenum">
              <a:rPr lang="en-US" altLang="en-US"/>
              <a:pPr/>
              <a:t>‹#›</a:t>
            </a:fld>
            <a:endParaRPr lang="en-US" altLang="en-US"/>
          </a:p>
        </p:txBody>
      </p:sp>
    </p:spTree>
    <p:extLst>
      <p:ext uri="{BB962C8B-B14F-4D97-AF65-F5344CB8AC3E}">
        <p14:creationId xmlns:p14="http://schemas.microsoft.com/office/powerpoint/2010/main" val="3846289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4">
            <a:extLst>
              <a:ext uri="{FF2B5EF4-FFF2-40B4-BE49-F238E27FC236}">
                <a16:creationId xmlns:a16="http://schemas.microsoft.com/office/drawing/2014/main" id="{1D8B4795-46CD-402C-89B4-BADC48DBD61A}"/>
              </a:ext>
            </a:extLst>
          </p:cNvPr>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dirty="0">
              <a:latin typeface="Arial" charset="0"/>
            </a:endParaRPr>
          </a:p>
        </p:txBody>
      </p:sp>
      <p:sp>
        <p:nvSpPr>
          <p:cNvPr id="6" name="Straight Connector 5">
            <a:extLst>
              <a:ext uri="{FF2B5EF4-FFF2-40B4-BE49-F238E27FC236}">
                <a16:creationId xmlns:a16="http://schemas.microsoft.com/office/drawing/2014/main" id="{D1A39A9D-1562-44B6-A00D-F9E094E08FDC}"/>
              </a:ext>
            </a:extLst>
          </p:cNvPr>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dirty="0">
              <a:latin typeface="Arial" charset="0"/>
            </a:endParaRPr>
          </a:p>
        </p:txBody>
      </p:sp>
      <p:sp>
        <p:nvSpPr>
          <p:cNvPr id="7" name="Straight Connector 16">
            <a:extLst>
              <a:ext uri="{FF2B5EF4-FFF2-40B4-BE49-F238E27FC236}">
                <a16:creationId xmlns:a16="http://schemas.microsoft.com/office/drawing/2014/main" id="{6E12C30B-F03D-4316-9DB1-C898171A2601}"/>
              </a:ext>
            </a:extLst>
          </p:cNvPr>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 name="Straight Connector 17">
            <a:extLst>
              <a:ext uri="{FF2B5EF4-FFF2-40B4-BE49-F238E27FC236}">
                <a16:creationId xmlns:a16="http://schemas.microsoft.com/office/drawing/2014/main" id="{CAA33EDE-5342-4041-92B9-27F4B746DE28}"/>
              </a:ext>
            </a:extLst>
          </p:cNvPr>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Rectangle 8">
            <a:extLst>
              <a:ext uri="{FF2B5EF4-FFF2-40B4-BE49-F238E27FC236}">
                <a16:creationId xmlns:a16="http://schemas.microsoft.com/office/drawing/2014/main" id="{0FEB34A7-59F0-466D-9B92-5DDB56A67879}"/>
              </a:ext>
            </a:extLst>
          </p:cNvPr>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Straight Connector 19">
            <a:extLst>
              <a:ext uri="{FF2B5EF4-FFF2-40B4-BE49-F238E27FC236}">
                <a16:creationId xmlns:a16="http://schemas.microsoft.com/office/drawing/2014/main" id="{FD7F4109-7BC5-4727-8938-8C5E94347A83}"/>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Oval 10">
            <a:extLst>
              <a:ext uri="{FF2B5EF4-FFF2-40B4-BE49-F238E27FC236}">
                <a16:creationId xmlns:a16="http://schemas.microsoft.com/office/drawing/2014/main" id="{01688709-6178-4019-9FAE-748E64D6E7A3}"/>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 name="Title 1"/>
          <p:cNvSpPr>
            <a:spLocks noGrp="1"/>
          </p:cNvSpPr>
          <p:nvPr>
            <p:ph type="title"/>
          </p:nvPr>
        </p:nvSpPr>
        <p:spPr>
          <a:xfrm rot="5400000">
            <a:off x="3371850" y="3200400"/>
            <a:ext cx="6309360" cy="457200"/>
          </a:xfrm>
        </p:spPr>
        <p:txBody>
          <a:bodyPr/>
          <a:lstStyle>
            <a:lvl1pPr algn="l">
              <a:buNone/>
              <a:defRPr sz="2000" b="1" cap="small" baseline="0"/>
            </a:lvl1pPr>
          </a:lstStyle>
          <a:p>
            <a:r>
              <a:rPr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8" name="Content Placeholder 17"/>
          <p:cNvSpPr>
            <a:spLocks noGrp="1"/>
          </p:cNvSpPr>
          <p:nvPr>
            <p:ph sz="quarter" idx="1"/>
          </p:nvPr>
        </p:nvSpPr>
        <p:spPr>
          <a:xfrm>
            <a:off x="304800" y="274320"/>
            <a:ext cx="5638800" cy="6327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20">
            <a:extLst>
              <a:ext uri="{FF2B5EF4-FFF2-40B4-BE49-F238E27FC236}">
                <a16:creationId xmlns:a16="http://schemas.microsoft.com/office/drawing/2014/main" id="{CEE0F130-2182-4FC9-B4AA-9BD4FA2355AF}"/>
              </a:ext>
            </a:extLst>
          </p:cNvPr>
          <p:cNvSpPr>
            <a:spLocks noGrp="1"/>
          </p:cNvSpPr>
          <p:nvPr>
            <p:ph type="dt" sz="half" idx="10"/>
          </p:nvPr>
        </p:nvSpPr>
        <p:spPr/>
        <p:txBody>
          <a:bodyPr rtlCol="0"/>
          <a:lstStyle>
            <a:lvl1pPr>
              <a:defRPr/>
            </a:lvl1pPr>
          </a:lstStyle>
          <a:p>
            <a:pPr>
              <a:defRPr/>
            </a:pPr>
            <a:endParaRPr lang="en-US"/>
          </a:p>
        </p:txBody>
      </p:sp>
      <p:sp>
        <p:nvSpPr>
          <p:cNvPr id="13" name="Slide Number Placeholder 21">
            <a:extLst>
              <a:ext uri="{FF2B5EF4-FFF2-40B4-BE49-F238E27FC236}">
                <a16:creationId xmlns:a16="http://schemas.microsoft.com/office/drawing/2014/main" id="{5F53ED76-C9CD-4DE6-A563-F22A35552432}"/>
              </a:ext>
            </a:extLst>
          </p:cNvPr>
          <p:cNvSpPr>
            <a:spLocks noGrp="1"/>
          </p:cNvSpPr>
          <p:nvPr>
            <p:ph type="sldNum" sz="quarter" idx="11"/>
          </p:nvPr>
        </p:nvSpPr>
        <p:spPr/>
        <p:txBody>
          <a:bodyPr/>
          <a:lstStyle>
            <a:lvl1pPr>
              <a:defRPr/>
            </a:lvl1pPr>
          </a:lstStyle>
          <a:p>
            <a:fld id="{2760D409-C024-4325-A3A4-D4292923019B}" type="slidenum">
              <a:rPr lang="en-US" altLang="en-US"/>
              <a:pPr/>
              <a:t>‹#›</a:t>
            </a:fld>
            <a:endParaRPr lang="en-US" altLang="en-US"/>
          </a:p>
        </p:txBody>
      </p:sp>
      <p:sp>
        <p:nvSpPr>
          <p:cNvPr id="14" name="Footer Placeholder 22">
            <a:extLst>
              <a:ext uri="{FF2B5EF4-FFF2-40B4-BE49-F238E27FC236}">
                <a16:creationId xmlns:a16="http://schemas.microsoft.com/office/drawing/2014/main" id="{D9BD671C-D092-4E29-9B78-2066FF10F985}"/>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3727242140"/>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a:extLst>
              <a:ext uri="{FF2B5EF4-FFF2-40B4-BE49-F238E27FC236}">
                <a16:creationId xmlns:a16="http://schemas.microsoft.com/office/drawing/2014/main" id="{921D9AD1-81EE-46ED-9D80-4800FFBD7FBF}"/>
              </a:ext>
            </a:extLst>
          </p:cNvPr>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6" name="Oval 5">
            <a:extLst>
              <a:ext uri="{FF2B5EF4-FFF2-40B4-BE49-F238E27FC236}">
                <a16:creationId xmlns:a16="http://schemas.microsoft.com/office/drawing/2014/main" id="{DA2DAB58-B7B9-40E2-823B-E43A07B24E74}"/>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7" name="Straight Connector 16">
            <a:extLst>
              <a:ext uri="{FF2B5EF4-FFF2-40B4-BE49-F238E27FC236}">
                <a16:creationId xmlns:a16="http://schemas.microsoft.com/office/drawing/2014/main" id="{7CD17525-C3B7-42B0-8EFA-10D65928DBE7}"/>
              </a:ext>
            </a:extLst>
          </p:cNvPr>
          <p:cNvSpPr>
            <a:spLocks noChangeShapeType="1"/>
          </p:cNvSpPr>
          <p:nvPr/>
        </p:nvSpPr>
        <p:spPr bwMode="auto">
          <a:xfrm>
            <a:off x="8991600" y="0"/>
            <a:ext cx="0" cy="6858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 name="Rectangle 7">
            <a:extLst>
              <a:ext uri="{FF2B5EF4-FFF2-40B4-BE49-F238E27FC236}">
                <a16:creationId xmlns:a16="http://schemas.microsoft.com/office/drawing/2014/main" id="{807CE0D1-4272-4E0D-A9CB-A01DF5067672}"/>
              </a:ext>
            </a:extLst>
          </p:cNvPr>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Straight Connector 18">
            <a:extLst>
              <a:ext uri="{FF2B5EF4-FFF2-40B4-BE49-F238E27FC236}">
                <a16:creationId xmlns:a16="http://schemas.microsoft.com/office/drawing/2014/main" id="{91F63CC6-412E-41B6-BC4A-A0B3A4D803B9}"/>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Straight Connector 9">
            <a:extLst>
              <a:ext uri="{FF2B5EF4-FFF2-40B4-BE49-F238E27FC236}">
                <a16:creationId xmlns:a16="http://schemas.microsoft.com/office/drawing/2014/main" id="{9D8C9533-1A10-4F09-9B08-04D613A963C0}"/>
              </a:ext>
            </a:extLst>
          </p:cNvPr>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dirty="0">
              <a:latin typeface="Arial" charset="0"/>
            </a:endParaRPr>
          </a:p>
        </p:txBody>
      </p:sp>
      <p:sp>
        <p:nvSpPr>
          <p:cNvPr id="11" name="Straight Connector 20">
            <a:extLst>
              <a:ext uri="{FF2B5EF4-FFF2-40B4-BE49-F238E27FC236}">
                <a16:creationId xmlns:a16="http://schemas.microsoft.com/office/drawing/2014/main" id="{82B1FA55-0C34-450E-A4F7-8DFB99CDA97B}"/>
              </a:ext>
            </a:extLst>
          </p:cNvPr>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 name="Title 1"/>
          <p:cNvSpPr>
            <a:spLocks noGrp="1"/>
          </p:cNvSpPr>
          <p:nvPr>
            <p:ph type="title"/>
          </p:nvPr>
        </p:nvSpPr>
        <p:spPr>
          <a:xfrm rot="5400000">
            <a:off x="3350133" y="3200400"/>
            <a:ext cx="6309360" cy="457200"/>
          </a:xfrm>
        </p:spPr>
        <p:txBody>
          <a:bodyPr/>
          <a:lstStyle>
            <a:lvl1pPr algn="l">
              <a:buNone/>
              <a:defRPr sz="2000" b="1"/>
            </a:lvl1pPr>
          </a:lstStyle>
          <a:p>
            <a:r>
              <a:rPr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en-US"/>
              <a:t>Click to edit Master text styles</a:t>
            </a:r>
          </a:p>
        </p:txBody>
      </p:sp>
      <p:sp>
        <p:nvSpPr>
          <p:cNvPr id="12" name="Date Placeholder 16">
            <a:extLst>
              <a:ext uri="{FF2B5EF4-FFF2-40B4-BE49-F238E27FC236}">
                <a16:creationId xmlns:a16="http://schemas.microsoft.com/office/drawing/2014/main" id="{3B01B81F-7205-4596-9C75-1F4E7C35FC80}"/>
              </a:ext>
            </a:extLst>
          </p:cNvPr>
          <p:cNvSpPr>
            <a:spLocks noGrp="1"/>
          </p:cNvSpPr>
          <p:nvPr>
            <p:ph type="dt" sz="half" idx="10"/>
          </p:nvPr>
        </p:nvSpPr>
        <p:spPr/>
        <p:txBody>
          <a:bodyPr rtlCol="0"/>
          <a:lstStyle>
            <a:lvl1pPr>
              <a:defRPr/>
            </a:lvl1pPr>
          </a:lstStyle>
          <a:p>
            <a:pPr>
              <a:defRPr/>
            </a:pPr>
            <a:endParaRPr lang="en-US"/>
          </a:p>
        </p:txBody>
      </p:sp>
      <p:sp>
        <p:nvSpPr>
          <p:cNvPr id="13" name="Slide Number Placeholder 17">
            <a:extLst>
              <a:ext uri="{FF2B5EF4-FFF2-40B4-BE49-F238E27FC236}">
                <a16:creationId xmlns:a16="http://schemas.microsoft.com/office/drawing/2014/main" id="{D6F1AD46-933E-4666-A14D-41494459DBDB}"/>
              </a:ext>
            </a:extLst>
          </p:cNvPr>
          <p:cNvSpPr>
            <a:spLocks noGrp="1"/>
          </p:cNvSpPr>
          <p:nvPr>
            <p:ph type="sldNum" sz="quarter" idx="11"/>
          </p:nvPr>
        </p:nvSpPr>
        <p:spPr/>
        <p:txBody>
          <a:bodyPr/>
          <a:lstStyle>
            <a:lvl1pPr>
              <a:defRPr/>
            </a:lvl1pPr>
          </a:lstStyle>
          <a:p>
            <a:fld id="{93DEFF39-C785-4788-93F4-2A32F5C20E08}" type="slidenum">
              <a:rPr lang="en-US" altLang="en-US"/>
              <a:pPr/>
              <a:t>‹#›</a:t>
            </a:fld>
            <a:endParaRPr lang="en-US" altLang="en-US"/>
          </a:p>
        </p:txBody>
      </p:sp>
      <p:sp>
        <p:nvSpPr>
          <p:cNvPr id="14" name="Footer Placeholder 20">
            <a:extLst>
              <a:ext uri="{FF2B5EF4-FFF2-40B4-BE49-F238E27FC236}">
                <a16:creationId xmlns:a16="http://schemas.microsoft.com/office/drawing/2014/main" id="{F375C2A5-54CF-4EAE-9A0C-26CF00E5C591}"/>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2223803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EB91B631-8AAF-4AB5-89B5-FCE617BAB50D}"/>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07AF1B6C-D033-4776-88E0-52FE98BC786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797F0179-792B-4F86-AE02-E9F4A87C11CC}"/>
              </a:ext>
            </a:extLst>
          </p:cNvPr>
          <p:cNvSpPr>
            <a:spLocks noGrp="1"/>
          </p:cNvSpPr>
          <p:nvPr>
            <p:ph type="sldNum" sz="quarter" idx="12"/>
          </p:nvPr>
        </p:nvSpPr>
        <p:spPr/>
        <p:txBody>
          <a:bodyPr/>
          <a:lstStyle>
            <a:lvl1pPr>
              <a:defRPr/>
            </a:lvl1pPr>
          </a:lstStyle>
          <a:p>
            <a:fld id="{3F3C39A7-B855-4E11-B4EA-B1C84CDE5FEA}" type="slidenum">
              <a:rPr lang="en-US" altLang="en-US"/>
              <a:pPr/>
              <a:t>‹#›</a:t>
            </a:fld>
            <a:endParaRPr lang="en-US" altLang="en-US"/>
          </a:p>
        </p:txBody>
      </p:sp>
    </p:spTree>
    <p:extLst>
      <p:ext uri="{BB962C8B-B14F-4D97-AF65-F5344CB8AC3E}">
        <p14:creationId xmlns:p14="http://schemas.microsoft.com/office/powerpoint/2010/main" val="2133838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188703FE-6529-4B3B-80BD-3B0F53BDE570}"/>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03ECF912-31E8-45F4-B892-D397F13DFDE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0FFCC867-0F09-4A7C-9B1F-0E9BE9F23947}"/>
              </a:ext>
            </a:extLst>
          </p:cNvPr>
          <p:cNvSpPr>
            <a:spLocks noGrp="1"/>
          </p:cNvSpPr>
          <p:nvPr>
            <p:ph type="sldNum" sz="quarter" idx="12"/>
          </p:nvPr>
        </p:nvSpPr>
        <p:spPr/>
        <p:txBody>
          <a:bodyPr/>
          <a:lstStyle>
            <a:lvl1pPr>
              <a:defRPr/>
            </a:lvl1pPr>
          </a:lstStyle>
          <a:p>
            <a:fld id="{9C7CA4E0-4891-49CE-9C87-EE4716D79070}" type="slidenum">
              <a:rPr lang="en-US" altLang="en-US"/>
              <a:pPr/>
              <a:t>‹#›</a:t>
            </a:fld>
            <a:endParaRPr lang="en-US" altLang="en-US"/>
          </a:p>
        </p:txBody>
      </p:sp>
    </p:spTree>
    <p:extLst>
      <p:ext uri="{BB962C8B-B14F-4D97-AF65-F5344CB8AC3E}">
        <p14:creationId xmlns:p14="http://schemas.microsoft.com/office/powerpoint/2010/main" val="1983861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53988"/>
            <a:ext cx="91440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B6FD7B61-1893-4553-B4E5-829DE1217751}"/>
              </a:ext>
            </a:extLst>
          </p:cNvPr>
          <p:cNvSpPr>
            <a:spLocks noGrp="1"/>
          </p:cNvSpPr>
          <p:nvPr>
            <p:ph type="dt" sz="half" idx="10"/>
          </p:nvPr>
        </p:nvSpPr>
        <p:spPr/>
        <p:txBody>
          <a:bodyPr/>
          <a:lstStyle>
            <a:lvl1pPr>
              <a:defRPr/>
            </a:lvl1pPr>
          </a:lstStyle>
          <a:p>
            <a:pPr>
              <a:defRPr/>
            </a:pPr>
            <a:endParaRPr lang="en-US"/>
          </a:p>
        </p:txBody>
      </p:sp>
      <p:sp>
        <p:nvSpPr>
          <p:cNvPr id="6" name="Footer Placeholder 2">
            <a:extLst>
              <a:ext uri="{FF2B5EF4-FFF2-40B4-BE49-F238E27FC236}">
                <a16:creationId xmlns:a16="http://schemas.microsoft.com/office/drawing/2014/main" id="{E2FC486F-3577-4004-AA8C-125ADD50355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4E05FE4D-E8DA-4196-B44F-0810D1CD310B}"/>
              </a:ext>
            </a:extLst>
          </p:cNvPr>
          <p:cNvSpPr>
            <a:spLocks noGrp="1"/>
          </p:cNvSpPr>
          <p:nvPr>
            <p:ph type="sldNum" sz="quarter" idx="12"/>
          </p:nvPr>
        </p:nvSpPr>
        <p:spPr/>
        <p:txBody>
          <a:bodyPr/>
          <a:lstStyle>
            <a:lvl1pPr>
              <a:defRPr/>
            </a:lvl1pPr>
          </a:lstStyle>
          <a:p>
            <a:fld id="{055E3BCB-CE00-47B3-B4EB-2431A3998AE4}" type="slidenum">
              <a:rPr lang="en-US" altLang="en-US"/>
              <a:pPr/>
              <a:t>‹#›</a:t>
            </a:fld>
            <a:endParaRPr lang="en-US" altLang="en-US"/>
          </a:p>
        </p:txBody>
      </p:sp>
    </p:spTree>
    <p:extLst>
      <p:ext uri="{BB962C8B-B14F-4D97-AF65-F5344CB8AC3E}">
        <p14:creationId xmlns:p14="http://schemas.microsoft.com/office/powerpoint/2010/main" val="1212228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Straight Connector 15">
            <a:extLst>
              <a:ext uri="{FF2B5EF4-FFF2-40B4-BE49-F238E27FC236}">
                <a16:creationId xmlns:a16="http://schemas.microsoft.com/office/drawing/2014/main" id="{44629FA9-FFA9-401F-A502-E939C33836CB}"/>
              </a:ext>
            </a:extLst>
          </p:cNvPr>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dirty="0">
              <a:latin typeface="Arial" charset="0"/>
            </a:endParaRPr>
          </a:p>
        </p:txBody>
      </p:sp>
      <p:sp>
        <p:nvSpPr>
          <p:cNvPr id="22" name="Title Placeholder 21">
            <a:extLst>
              <a:ext uri="{FF2B5EF4-FFF2-40B4-BE49-F238E27FC236}">
                <a16:creationId xmlns:a16="http://schemas.microsoft.com/office/drawing/2014/main" id="{BC559F8D-1DFF-4CED-A2E4-C9C787186BB5}"/>
              </a:ext>
            </a:extLst>
          </p:cNvPr>
          <p:cNvSpPr>
            <a:spLocks noGrp="1"/>
          </p:cNvSpPr>
          <p:nvPr>
            <p:ph type="title"/>
          </p:nvPr>
        </p:nvSpPr>
        <p:spPr>
          <a:xfrm>
            <a:off x="457200" y="274638"/>
            <a:ext cx="7467600" cy="1143000"/>
          </a:xfrm>
          <a:prstGeom prst="rect">
            <a:avLst/>
          </a:prstGeom>
        </p:spPr>
        <p:txBody>
          <a:bodyPr vert="horz" anchor="b">
            <a:normAutofit/>
          </a:bodyPr>
          <a:lstStyle/>
          <a:p>
            <a:r>
              <a:rPr lang="en-US"/>
              <a:t>Click to edit Master title style</a:t>
            </a:r>
          </a:p>
        </p:txBody>
      </p:sp>
      <p:sp>
        <p:nvSpPr>
          <p:cNvPr id="1028" name="Text Placeholder 12">
            <a:extLst>
              <a:ext uri="{FF2B5EF4-FFF2-40B4-BE49-F238E27FC236}">
                <a16:creationId xmlns:a16="http://schemas.microsoft.com/office/drawing/2014/main" id="{32F18DBF-F0B9-4D4E-91AD-3230543B39E5}"/>
              </a:ext>
            </a:extLst>
          </p:cNvPr>
          <p:cNvSpPr>
            <a:spLocks noGrp="1"/>
          </p:cNvSpPr>
          <p:nvPr>
            <p:ph type="body" idx="1"/>
          </p:nvPr>
        </p:nvSpPr>
        <p:spPr bwMode="auto">
          <a:xfrm>
            <a:off x="457200" y="1600200"/>
            <a:ext cx="74676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93715637-C3B6-4B41-B509-81F33EAE4F9B}"/>
              </a:ext>
            </a:extLst>
          </p:cNvPr>
          <p:cNvSpPr>
            <a:spLocks noGrp="1"/>
          </p:cNvSpPr>
          <p:nvPr>
            <p:ph type="dt" sz="half" idx="2"/>
          </p:nvPr>
        </p:nvSpPr>
        <p:spPr>
          <a:xfrm rot="5400000">
            <a:off x="7589045" y="1081881"/>
            <a:ext cx="2011362" cy="384175"/>
          </a:xfrm>
          <a:prstGeom prst="rect">
            <a:avLst/>
          </a:prstGeom>
        </p:spPr>
        <p:txBody>
          <a:bodyPr vert="horz" anchor="ctr" anchorCtr="0"/>
          <a:lstStyle>
            <a:lvl1pPr algn="r" eaLnBrk="1" latinLnBrk="0" hangingPunct="1">
              <a:defRPr kumimoji="0" sz="1200">
                <a:solidFill>
                  <a:schemeClr val="tx2"/>
                </a:solidFill>
                <a:latin typeface="Arial" charset="0"/>
              </a:defRPr>
            </a:lvl1pPr>
          </a:lstStyle>
          <a:p>
            <a:pPr>
              <a:defRPr/>
            </a:pPr>
            <a:endParaRPr lang="en-US"/>
          </a:p>
        </p:txBody>
      </p:sp>
      <p:sp>
        <p:nvSpPr>
          <p:cNvPr id="3" name="Footer Placeholder 2">
            <a:extLst>
              <a:ext uri="{FF2B5EF4-FFF2-40B4-BE49-F238E27FC236}">
                <a16:creationId xmlns:a16="http://schemas.microsoft.com/office/drawing/2014/main" id="{00CA0F03-FC3D-4527-A4C6-843F47602772}"/>
              </a:ext>
            </a:extLst>
          </p:cNvPr>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defRPr kumimoji="0" sz="1200">
                <a:solidFill>
                  <a:schemeClr val="tx2"/>
                </a:solidFill>
                <a:latin typeface="Arial" charset="0"/>
              </a:defRPr>
            </a:lvl1pPr>
          </a:lstStyle>
          <a:p>
            <a:pPr>
              <a:defRPr/>
            </a:pPr>
            <a:endParaRPr lang="en-US"/>
          </a:p>
        </p:txBody>
      </p:sp>
      <p:sp>
        <p:nvSpPr>
          <p:cNvPr id="7" name="Straight Connector 6">
            <a:extLst>
              <a:ext uri="{FF2B5EF4-FFF2-40B4-BE49-F238E27FC236}">
                <a16:creationId xmlns:a16="http://schemas.microsoft.com/office/drawing/2014/main" id="{BD0FEAB5-9295-459A-A962-3302F209964B}"/>
              </a:ext>
            </a:extLst>
          </p:cNvPr>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032" name="Straight Connector 8">
            <a:extLst>
              <a:ext uri="{FF2B5EF4-FFF2-40B4-BE49-F238E27FC236}">
                <a16:creationId xmlns:a16="http://schemas.microsoft.com/office/drawing/2014/main" id="{04D167CD-B8AB-4D7D-914C-EBB2341551FE}"/>
              </a:ext>
            </a:extLst>
          </p:cNvPr>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Rectangle 9">
            <a:extLst>
              <a:ext uri="{FF2B5EF4-FFF2-40B4-BE49-F238E27FC236}">
                <a16:creationId xmlns:a16="http://schemas.microsoft.com/office/drawing/2014/main" id="{B31460C1-5F8F-470D-8446-8928BF640106}"/>
              </a:ext>
            </a:extLst>
          </p:cNvPr>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34" name="Straight Connector 10">
            <a:extLst>
              <a:ext uri="{FF2B5EF4-FFF2-40B4-BE49-F238E27FC236}">
                <a16:creationId xmlns:a16="http://schemas.microsoft.com/office/drawing/2014/main" id="{54B3F0E9-C247-4BBA-9869-23213FB570C4}"/>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Oval 11">
            <a:extLst>
              <a:ext uri="{FF2B5EF4-FFF2-40B4-BE49-F238E27FC236}">
                <a16:creationId xmlns:a16="http://schemas.microsoft.com/office/drawing/2014/main" id="{C5084501-C6CF-4EDA-B123-CFBB92362C65}"/>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3" name="Slide Number Placeholder 22">
            <a:extLst>
              <a:ext uri="{FF2B5EF4-FFF2-40B4-BE49-F238E27FC236}">
                <a16:creationId xmlns:a16="http://schemas.microsoft.com/office/drawing/2014/main" id="{7EDF59C7-8630-4A51-947D-CDC00D83F937}"/>
              </a:ext>
            </a:extLst>
          </p:cNvPr>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400" b="1">
                <a:solidFill>
                  <a:srgbClr val="FFFFFF"/>
                </a:solidFill>
              </a:defRPr>
            </a:lvl1pPr>
          </a:lstStyle>
          <a:p>
            <a:fld id="{DA55CD7F-D532-41AD-AAED-8201D764832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188" r:id="rId1"/>
    <p:sldLayoutId id="2147484189" r:id="rId2"/>
    <p:sldLayoutId id="2147484190" r:id="rId3"/>
    <p:sldLayoutId id="2147484182" r:id="rId4"/>
    <p:sldLayoutId id="2147484183" r:id="rId5"/>
    <p:sldLayoutId id="2147484191" r:id="rId6"/>
    <p:sldLayoutId id="2147484184" r:id="rId7"/>
    <p:sldLayoutId id="2147484192" r:id="rId8"/>
    <p:sldLayoutId id="2147484193" r:id="rId9"/>
    <p:sldLayoutId id="2147484185" r:id="rId10"/>
    <p:sldLayoutId id="2147484186" r:id="rId11"/>
    <p:sldLayoutId id="2147484187" r:id="rId12"/>
  </p:sldLayoutIdLst>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orbel" pitchFamily="34" charset="0"/>
        </a:defRPr>
      </a:lvl2pPr>
      <a:lvl3pPr algn="l" rtl="0" eaLnBrk="0" fontAlgn="base" hangingPunct="0">
        <a:spcBef>
          <a:spcPct val="0"/>
        </a:spcBef>
        <a:spcAft>
          <a:spcPct val="0"/>
        </a:spcAft>
        <a:defRPr sz="3000">
          <a:solidFill>
            <a:schemeClr val="tx2"/>
          </a:solidFill>
          <a:latin typeface="Corbel" pitchFamily="34" charset="0"/>
        </a:defRPr>
      </a:lvl3pPr>
      <a:lvl4pPr algn="l" rtl="0" eaLnBrk="0" fontAlgn="base" hangingPunct="0">
        <a:spcBef>
          <a:spcPct val="0"/>
        </a:spcBef>
        <a:spcAft>
          <a:spcPct val="0"/>
        </a:spcAft>
        <a:defRPr sz="3000">
          <a:solidFill>
            <a:schemeClr val="tx2"/>
          </a:solidFill>
          <a:latin typeface="Corbel" pitchFamily="34" charset="0"/>
        </a:defRPr>
      </a:lvl4pPr>
      <a:lvl5pPr algn="l" rtl="0" eaLnBrk="0" fontAlgn="base" hangingPunct="0">
        <a:spcBef>
          <a:spcPct val="0"/>
        </a:spcBef>
        <a:spcAft>
          <a:spcPct val="0"/>
        </a:spcAft>
        <a:defRPr sz="3000">
          <a:solidFill>
            <a:schemeClr val="tx2"/>
          </a:solidFill>
          <a:latin typeface="Corbel" pitchFamily="34" charset="0"/>
        </a:defRPr>
      </a:lvl5pPr>
      <a:lvl6pPr marL="457200" algn="l" rtl="0" fontAlgn="base">
        <a:spcBef>
          <a:spcPct val="0"/>
        </a:spcBef>
        <a:spcAft>
          <a:spcPct val="0"/>
        </a:spcAft>
        <a:defRPr sz="3000">
          <a:solidFill>
            <a:schemeClr val="tx2"/>
          </a:solidFill>
          <a:latin typeface="Corbel" pitchFamily="34" charset="0"/>
        </a:defRPr>
      </a:lvl6pPr>
      <a:lvl7pPr marL="914400" algn="l" rtl="0" fontAlgn="base">
        <a:spcBef>
          <a:spcPct val="0"/>
        </a:spcBef>
        <a:spcAft>
          <a:spcPct val="0"/>
        </a:spcAft>
        <a:defRPr sz="3000">
          <a:solidFill>
            <a:schemeClr val="tx2"/>
          </a:solidFill>
          <a:latin typeface="Corbel" pitchFamily="34" charset="0"/>
        </a:defRPr>
      </a:lvl7pPr>
      <a:lvl8pPr marL="1371600" algn="l" rtl="0" fontAlgn="base">
        <a:spcBef>
          <a:spcPct val="0"/>
        </a:spcBef>
        <a:spcAft>
          <a:spcPct val="0"/>
        </a:spcAft>
        <a:defRPr sz="3000">
          <a:solidFill>
            <a:schemeClr val="tx2"/>
          </a:solidFill>
          <a:latin typeface="Corbel" pitchFamily="34" charset="0"/>
        </a:defRPr>
      </a:lvl8pPr>
      <a:lvl9pPr marL="1828800" algn="l" rtl="0" fontAlgn="base">
        <a:spcBef>
          <a:spcPct val="0"/>
        </a:spcBef>
        <a:spcAft>
          <a:spcPct val="0"/>
        </a:spcAft>
        <a:defRPr sz="3000">
          <a:solidFill>
            <a:schemeClr val="tx2"/>
          </a:solidFill>
          <a:latin typeface="Corbel" pitchFamily="34"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82A0B9"/>
        </a:buClr>
        <a:buSzPct val="60000"/>
        <a:buFont typeface="Wingdings" panose="05000000000000000000" pitchFamily="2" charset="2"/>
        <a:buChar char=""/>
        <a:defRPr sz="2400"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C8D7E5"/>
        </a:buClr>
        <a:buSzPct val="60000"/>
        <a:buFont typeface="Wingdings" panose="05000000000000000000" pitchFamily="2" charset="2"/>
        <a:buChar char=""/>
        <a:defRPr sz="2000"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EBC0B1"/>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wmf"/><Relationship Id="rId4" Type="http://schemas.openxmlformats.org/officeDocument/2006/relationships/image" Target="../media/image4.wmf"/></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jpeg"/></Relationships>
</file>

<file path=ppt/slides/_rels/slide4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4.gi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researchgate.net/publication/307511003_New_antiviral_approaches_for_respiratory_syncytial_virus_and_other_mononegaviruses_Inhibiting_the_RNA_polymerase" TargetMode="External"/><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4706ABD-69D4-481B-97E5-D295700A33C2}"/>
              </a:ext>
            </a:extLst>
          </p:cNvPr>
          <p:cNvSpPr>
            <a:spLocks noGrp="1" noChangeArrowheads="1"/>
          </p:cNvSpPr>
          <p:nvPr>
            <p:ph type="ctrTitle"/>
          </p:nvPr>
        </p:nvSpPr>
        <p:spPr>
          <a:xfrm>
            <a:off x="2286000" y="3124200"/>
            <a:ext cx="6172200" cy="1893888"/>
          </a:xfrm>
        </p:spPr>
        <p:txBody>
          <a:bodyPr/>
          <a:lstStyle/>
          <a:p>
            <a:pPr>
              <a:spcAft>
                <a:spcPts val="0"/>
              </a:spcAft>
              <a:defRPr/>
            </a:pPr>
            <a:r>
              <a:rPr lang="en-US" dirty="0"/>
              <a:t>Viral Infections</a:t>
            </a:r>
            <a:br>
              <a:rPr lang="en-US" dirty="0"/>
            </a:br>
            <a:endParaRPr lang="en-US" dirty="0"/>
          </a:p>
        </p:txBody>
      </p:sp>
      <p:sp>
        <p:nvSpPr>
          <p:cNvPr id="2051" name="Rectangle 3">
            <a:extLst>
              <a:ext uri="{FF2B5EF4-FFF2-40B4-BE49-F238E27FC236}">
                <a16:creationId xmlns:a16="http://schemas.microsoft.com/office/drawing/2014/main" id="{B8D7B6FB-4002-4A6B-B643-6C6DE0B32B9B}"/>
              </a:ext>
            </a:extLst>
          </p:cNvPr>
          <p:cNvSpPr>
            <a:spLocks noGrp="1" noChangeArrowheads="1"/>
          </p:cNvSpPr>
          <p:nvPr>
            <p:ph type="subTitle" idx="1"/>
          </p:nvPr>
        </p:nvSpPr>
        <p:spPr>
          <a:xfrm>
            <a:off x="2286000" y="5029200"/>
            <a:ext cx="6172200" cy="1371600"/>
          </a:xfrm>
        </p:spPr>
        <p:txBody>
          <a:bodyPr>
            <a:normAutofit fontScale="70000" lnSpcReduction="20000"/>
          </a:bodyPr>
          <a:lstStyle/>
          <a:p>
            <a:pPr eaLnBrk="1" fontAlgn="auto" hangingPunct="1">
              <a:lnSpc>
                <a:spcPct val="80000"/>
              </a:lnSpc>
              <a:spcAft>
                <a:spcPts val="0"/>
              </a:spcAft>
              <a:defRPr/>
            </a:pPr>
            <a:r>
              <a:rPr lang="en-US" sz="2800" dirty="0"/>
              <a:t>Unit 3</a:t>
            </a:r>
          </a:p>
          <a:p>
            <a:pPr eaLnBrk="1" fontAlgn="auto" hangingPunct="1">
              <a:lnSpc>
                <a:spcPct val="80000"/>
              </a:lnSpc>
              <a:spcAft>
                <a:spcPts val="0"/>
              </a:spcAft>
              <a:buFont typeface="Wingdings"/>
              <a:buNone/>
              <a:defRPr/>
            </a:pPr>
            <a:r>
              <a:rPr lang="en-US" sz="2800" dirty="0"/>
              <a:t>Paul Thomas</a:t>
            </a:r>
          </a:p>
          <a:p>
            <a:pPr eaLnBrk="1" fontAlgn="auto" hangingPunct="1">
              <a:lnSpc>
                <a:spcPct val="80000"/>
              </a:lnSpc>
              <a:spcAft>
                <a:spcPts val="0"/>
              </a:spcAft>
              <a:buFont typeface="Wingdings"/>
              <a:buNone/>
              <a:defRPr/>
            </a:pPr>
            <a:r>
              <a:rPr lang="en-US" sz="2800" dirty="0"/>
              <a:t>Paul.Thomas@stjude.org</a:t>
            </a:r>
          </a:p>
          <a:p>
            <a:pPr eaLnBrk="1" fontAlgn="auto" hangingPunct="1">
              <a:lnSpc>
                <a:spcPct val="80000"/>
              </a:lnSpc>
              <a:spcAft>
                <a:spcPts val="0"/>
              </a:spcAft>
              <a:buFont typeface="Wingdings"/>
              <a:buNone/>
              <a:defRPr/>
            </a:pPr>
            <a:r>
              <a:rPr lang="en-US" sz="2800" dirty="0"/>
              <a:t>Department of Immunology</a:t>
            </a:r>
          </a:p>
          <a:p>
            <a:pPr eaLnBrk="1" fontAlgn="auto" hangingPunct="1">
              <a:lnSpc>
                <a:spcPct val="80000"/>
              </a:lnSpc>
              <a:spcAft>
                <a:spcPts val="0"/>
              </a:spcAft>
              <a:buFont typeface="Wingdings"/>
              <a:buNone/>
              <a:defRPr/>
            </a:pPr>
            <a:r>
              <a:rPr lang="en-US" sz="2800" dirty="0"/>
              <a:t>St. Jude Children’s Research Hospital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E2D61-783A-403F-A58B-33151CEF5334}"/>
              </a:ext>
            </a:extLst>
          </p:cNvPr>
          <p:cNvSpPr>
            <a:spLocks noGrp="1"/>
          </p:cNvSpPr>
          <p:nvPr>
            <p:ph type="title"/>
          </p:nvPr>
        </p:nvSpPr>
        <p:spPr/>
        <p:txBody>
          <a:bodyPr/>
          <a:lstStyle/>
          <a:p>
            <a:pPr>
              <a:defRPr/>
            </a:pPr>
            <a:r>
              <a:rPr lang="en-US" dirty="0"/>
              <a:t>Influenza A Virus</a:t>
            </a:r>
          </a:p>
        </p:txBody>
      </p:sp>
      <p:sp>
        <p:nvSpPr>
          <p:cNvPr id="31747" name="Content Placeholder 2">
            <a:extLst>
              <a:ext uri="{FF2B5EF4-FFF2-40B4-BE49-F238E27FC236}">
                <a16:creationId xmlns:a16="http://schemas.microsoft.com/office/drawing/2014/main" id="{2153AFBF-465C-412C-B907-8EEE8C6E2E64}"/>
              </a:ext>
            </a:extLst>
          </p:cNvPr>
          <p:cNvSpPr>
            <a:spLocks noGrp="1"/>
          </p:cNvSpPr>
          <p:nvPr>
            <p:ph sz="quarter" idx="1"/>
          </p:nvPr>
        </p:nvSpPr>
        <p:spPr>
          <a:xfrm>
            <a:off x="457200" y="1600200"/>
            <a:ext cx="3733800" cy="4873625"/>
          </a:xfrm>
        </p:spPr>
        <p:txBody>
          <a:bodyPr/>
          <a:lstStyle/>
          <a:p>
            <a:r>
              <a:rPr lang="en-US" altLang="en-US"/>
              <a:t>Negative sense, segmented RNA virus</a:t>
            </a:r>
          </a:p>
          <a:p>
            <a:r>
              <a:rPr lang="en-US" altLang="en-US" i="1"/>
              <a:t>Orthomyxoviridae</a:t>
            </a:r>
          </a:p>
          <a:p>
            <a:r>
              <a:rPr lang="en-US" altLang="en-US"/>
              <a:t>Eight genes, 11 proteins (three alternate reading frames)</a:t>
            </a:r>
          </a:p>
          <a:p>
            <a:r>
              <a:rPr lang="en-US" altLang="en-US"/>
              <a:t>Two non-structural proteins (NS1 and PB1-F2)</a:t>
            </a:r>
          </a:p>
          <a:p>
            <a:r>
              <a:rPr lang="en-US" altLang="en-US"/>
              <a:t>Surface proteins HA and NA determine serotype</a:t>
            </a:r>
          </a:p>
        </p:txBody>
      </p:sp>
      <p:grpSp>
        <p:nvGrpSpPr>
          <p:cNvPr id="31748" name="Group 17">
            <a:extLst>
              <a:ext uri="{FF2B5EF4-FFF2-40B4-BE49-F238E27FC236}">
                <a16:creationId xmlns:a16="http://schemas.microsoft.com/office/drawing/2014/main" id="{6A937A42-EB35-42F1-88C1-9985C81C6D98}"/>
              </a:ext>
            </a:extLst>
          </p:cNvPr>
          <p:cNvGrpSpPr>
            <a:grpSpLocks/>
          </p:cNvGrpSpPr>
          <p:nvPr/>
        </p:nvGrpSpPr>
        <p:grpSpPr bwMode="auto">
          <a:xfrm>
            <a:off x="4506913" y="1981200"/>
            <a:ext cx="3798887" cy="3581400"/>
            <a:chOff x="4343400" y="1752600"/>
            <a:chExt cx="4688660" cy="4419600"/>
          </a:xfrm>
        </p:grpSpPr>
        <p:pic>
          <p:nvPicPr>
            <p:cNvPr id="31749" name="Picture 4">
              <a:extLst>
                <a:ext uri="{FF2B5EF4-FFF2-40B4-BE49-F238E27FC236}">
                  <a16:creationId xmlns:a16="http://schemas.microsoft.com/office/drawing/2014/main" id="{DC53FC82-611D-470C-B41C-F8F39DD09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1828800"/>
              <a:ext cx="461246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TextBox 6">
              <a:extLst>
                <a:ext uri="{FF2B5EF4-FFF2-40B4-BE49-F238E27FC236}">
                  <a16:creationId xmlns:a16="http://schemas.microsoft.com/office/drawing/2014/main" id="{C3ECE679-14CD-41C2-9567-F40DB12B82D4}"/>
                </a:ext>
              </a:extLst>
            </p:cNvPr>
            <p:cNvSpPr txBox="1">
              <a:spLocks noChangeArrowheads="1"/>
            </p:cNvSpPr>
            <p:nvPr/>
          </p:nvSpPr>
          <p:spPr bwMode="auto">
            <a:xfrm>
              <a:off x="4343400" y="5867400"/>
              <a:ext cx="4572000"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algn="ctr" eaLnBrk="1" hangingPunct="1">
                <a:spcBef>
                  <a:spcPct val="0"/>
                </a:spcBef>
                <a:buClrTx/>
                <a:buSzTx/>
                <a:buFontTx/>
                <a:buNone/>
              </a:pPr>
              <a:r>
                <a:rPr lang="en-US" altLang="en-US" sz="1200">
                  <a:latin typeface="Arial" panose="020B0604020202020204" pitchFamily="34" charset="0"/>
                </a:rPr>
                <a:t>Modified from: Kaiser. </a:t>
              </a:r>
              <a:r>
                <a:rPr lang="en-US" altLang="en-US" sz="1200" i="1">
                  <a:latin typeface="Arial" panose="020B0604020202020204" pitchFamily="34" charset="0"/>
                </a:rPr>
                <a:t>Science</a:t>
              </a:r>
              <a:r>
                <a:rPr lang="en-US" altLang="en-US" sz="1200">
                  <a:latin typeface="Arial" panose="020B0604020202020204" pitchFamily="34" charset="0"/>
                </a:rPr>
                <a:t> 2006, 312:380-382.</a:t>
              </a:r>
            </a:p>
          </p:txBody>
        </p:sp>
        <p:sp>
          <p:nvSpPr>
            <p:cNvPr id="31751" name="TextBox 7">
              <a:extLst>
                <a:ext uri="{FF2B5EF4-FFF2-40B4-BE49-F238E27FC236}">
                  <a16:creationId xmlns:a16="http://schemas.microsoft.com/office/drawing/2014/main" id="{B925A806-B200-4451-9831-BA5CE78AE198}"/>
                </a:ext>
              </a:extLst>
            </p:cNvPr>
            <p:cNvSpPr txBox="1">
              <a:spLocks noChangeArrowheads="1"/>
            </p:cNvSpPr>
            <p:nvPr/>
          </p:nvSpPr>
          <p:spPr bwMode="auto">
            <a:xfrm>
              <a:off x="7924800" y="1752600"/>
              <a:ext cx="1036780" cy="430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algn="ctr" eaLnBrk="1" hangingPunct="1">
                <a:spcBef>
                  <a:spcPct val="0"/>
                </a:spcBef>
                <a:buClrTx/>
                <a:buSzTx/>
                <a:buFontTx/>
                <a:buNone/>
              </a:pPr>
              <a:r>
                <a:rPr lang="en-US" altLang="en-US" sz="1100">
                  <a:latin typeface="Arial" panose="020B0604020202020204" pitchFamily="34" charset="0"/>
                </a:rPr>
                <a:t>(HA) Hemagglutinin</a:t>
              </a:r>
            </a:p>
          </p:txBody>
        </p:sp>
        <p:sp>
          <p:nvSpPr>
            <p:cNvPr id="31752" name="TextBox 8">
              <a:extLst>
                <a:ext uri="{FF2B5EF4-FFF2-40B4-BE49-F238E27FC236}">
                  <a16:creationId xmlns:a16="http://schemas.microsoft.com/office/drawing/2014/main" id="{8F73796E-B30E-40DA-A0C1-FFF40E71D1CA}"/>
                </a:ext>
              </a:extLst>
            </p:cNvPr>
            <p:cNvSpPr txBox="1">
              <a:spLocks noChangeArrowheads="1"/>
            </p:cNvSpPr>
            <p:nvPr/>
          </p:nvSpPr>
          <p:spPr bwMode="auto">
            <a:xfrm>
              <a:off x="4419600" y="2420779"/>
              <a:ext cx="1143000" cy="430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algn="ctr" eaLnBrk="1" hangingPunct="1">
                <a:spcBef>
                  <a:spcPct val="0"/>
                </a:spcBef>
                <a:buClrTx/>
                <a:buSzTx/>
                <a:buFontTx/>
                <a:buNone/>
              </a:pPr>
              <a:r>
                <a:rPr lang="en-US" altLang="en-US" sz="1100">
                  <a:latin typeface="Arial" panose="020B0604020202020204" pitchFamily="34" charset="0"/>
                </a:rPr>
                <a:t>NA (Neuraminidase)</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045" name="Group 269">
            <a:extLst>
              <a:ext uri="{FF2B5EF4-FFF2-40B4-BE49-F238E27FC236}">
                <a16:creationId xmlns:a16="http://schemas.microsoft.com/office/drawing/2014/main" id="{4F333925-0913-4B71-84F2-C1BE453473AE}"/>
              </a:ext>
            </a:extLst>
          </p:cNvPr>
          <p:cNvGraphicFramePr>
            <a:graphicFrameLocks noGrp="1"/>
          </p:cNvGraphicFramePr>
          <p:nvPr>
            <p:ph sz="half" idx="4294967295"/>
          </p:nvPr>
        </p:nvGraphicFramePr>
        <p:xfrm>
          <a:off x="0" y="963613"/>
          <a:ext cx="4038600" cy="5813432"/>
        </p:xfrm>
        <a:graphic>
          <a:graphicData uri="http://schemas.openxmlformats.org/drawingml/2006/table">
            <a:tbl>
              <a:tblPr/>
              <a:tblGrid>
                <a:gridCol w="806450">
                  <a:extLst>
                    <a:ext uri="{9D8B030D-6E8A-4147-A177-3AD203B41FA5}">
                      <a16:colId xmlns:a16="http://schemas.microsoft.com/office/drawing/2014/main" val="20000"/>
                    </a:ext>
                  </a:extLst>
                </a:gridCol>
                <a:gridCol w="809625">
                  <a:extLst>
                    <a:ext uri="{9D8B030D-6E8A-4147-A177-3AD203B41FA5}">
                      <a16:colId xmlns:a16="http://schemas.microsoft.com/office/drawing/2014/main" val="20001"/>
                    </a:ext>
                  </a:extLst>
                </a:gridCol>
                <a:gridCol w="806450">
                  <a:extLst>
                    <a:ext uri="{9D8B030D-6E8A-4147-A177-3AD203B41FA5}">
                      <a16:colId xmlns:a16="http://schemas.microsoft.com/office/drawing/2014/main" val="20002"/>
                    </a:ext>
                  </a:extLst>
                </a:gridCol>
                <a:gridCol w="792163">
                  <a:extLst>
                    <a:ext uri="{9D8B030D-6E8A-4147-A177-3AD203B41FA5}">
                      <a16:colId xmlns:a16="http://schemas.microsoft.com/office/drawing/2014/main" val="20003"/>
                    </a:ext>
                  </a:extLst>
                </a:gridCol>
                <a:gridCol w="823912">
                  <a:extLst>
                    <a:ext uri="{9D8B030D-6E8A-4147-A177-3AD203B41FA5}">
                      <a16:colId xmlns:a16="http://schemas.microsoft.com/office/drawing/2014/main" val="20004"/>
                    </a:ext>
                  </a:extLst>
                </a:gridCol>
              </a:tblGrid>
              <a:tr h="355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H1</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6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H2</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6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H3</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6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H4</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6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H5</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6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H6</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6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H7</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6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H8</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38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H9</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6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H10</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6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H11</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6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H12</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6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H13</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66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H14</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66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H15</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66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H16</a:t>
                      </a:r>
                    </a:p>
                  </a:txBody>
                  <a:tcPr marL="0" marR="0" marT="0" marB="0"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15"/>
                  </a:ext>
                </a:extLst>
              </a:tr>
            </a:tbl>
          </a:graphicData>
        </a:graphic>
      </p:graphicFrame>
      <p:graphicFrame>
        <p:nvGraphicFramePr>
          <p:cNvPr id="459963" name="Group 187">
            <a:extLst>
              <a:ext uri="{FF2B5EF4-FFF2-40B4-BE49-F238E27FC236}">
                <a16:creationId xmlns:a16="http://schemas.microsoft.com/office/drawing/2014/main" id="{FA746ADD-6DB7-41A7-AA66-47E08239CE96}"/>
              </a:ext>
            </a:extLst>
          </p:cNvPr>
          <p:cNvGraphicFramePr>
            <a:graphicFrameLocks noGrp="1"/>
          </p:cNvGraphicFramePr>
          <p:nvPr>
            <p:ph sz="half" idx="4294967295"/>
          </p:nvPr>
        </p:nvGraphicFramePr>
        <p:xfrm>
          <a:off x="5105400" y="927100"/>
          <a:ext cx="4038600" cy="3378204"/>
        </p:xfrm>
        <a:graphic>
          <a:graphicData uri="http://schemas.openxmlformats.org/drawingml/2006/table">
            <a:tbl>
              <a:tblPr/>
              <a:tblGrid>
                <a:gridCol w="806450">
                  <a:extLst>
                    <a:ext uri="{9D8B030D-6E8A-4147-A177-3AD203B41FA5}">
                      <a16:colId xmlns:a16="http://schemas.microsoft.com/office/drawing/2014/main" val="20000"/>
                    </a:ext>
                  </a:extLst>
                </a:gridCol>
                <a:gridCol w="809625">
                  <a:extLst>
                    <a:ext uri="{9D8B030D-6E8A-4147-A177-3AD203B41FA5}">
                      <a16:colId xmlns:a16="http://schemas.microsoft.com/office/drawing/2014/main" val="20001"/>
                    </a:ext>
                  </a:extLst>
                </a:gridCol>
                <a:gridCol w="806450">
                  <a:extLst>
                    <a:ext uri="{9D8B030D-6E8A-4147-A177-3AD203B41FA5}">
                      <a16:colId xmlns:a16="http://schemas.microsoft.com/office/drawing/2014/main" val="20002"/>
                    </a:ext>
                  </a:extLst>
                </a:gridCol>
                <a:gridCol w="792163">
                  <a:extLst>
                    <a:ext uri="{9D8B030D-6E8A-4147-A177-3AD203B41FA5}">
                      <a16:colId xmlns:a16="http://schemas.microsoft.com/office/drawing/2014/main" val="20003"/>
                    </a:ext>
                  </a:extLst>
                </a:gridCol>
                <a:gridCol w="823912">
                  <a:extLst>
                    <a:ext uri="{9D8B030D-6E8A-4147-A177-3AD203B41FA5}">
                      <a16:colId xmlns:a16="http://schemas.microsoft.com/office/drawing/2014/main" val="20004"/>
                    </a:ext>
                  </a:extLst>
                </a:gridCol>
              </a:tblGrid>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N1</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 </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21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N2</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N3</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4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N4</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N5</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N6</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N7</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N8</a:t>
                      </a: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N9</a:t>
                      </a:r>
                    </a:p>
                  </a:txBody>
                  <a:tcPr marL="0" marR="0" marT="0" marB="0"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2920" name="Slide Number Placeholder 6">
            <a:extLst>
              <a:ext uri="{FF2B5EF4-FFF2-40B4-BE49-F238E27FC236}">
                <a16:creationId xmlns:a16="http://schemas.microsoft.com/office/drawing/2014/main" id="{C0EEF8A3-505F-40A6-A747-2633137387D7}"/>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algn="r" eaLnBrk="1" hangingPunct="1">
              <a:spcBef>
                <a:spcPct val="0"/>
              </a:spcBef>
              <a:buClrTx/>
              <a:buSzTx/>
              <a:buFontTx/>
              <a:buNone/>
            </a:pPr>
            <a:fld id="{AD0B015E-94C1-42E1-87CA-F1FD39A65B4E}" type="slidenum">
              <a:rPr lang="en-US" altLang="en-US" sz="1400">
                <a:latin typeface="Constantia" panose="02030602050306030303" pitchFamily="18" charset="0"/>
              </a:rPr>
              <a:pPr algn="r" eaLnBrk="1" hangingPunct="1">
                <a:spcBef>
                  <a:spcPct val="0"/>
                </a:spcBef>
                <a:buClrTx/>
                <a:buSzTx/>
                <a:buFontTx/>
                <a:buNone/>
              </a:pPr>
              <a:t>3</a:t>
            </a:fld>
            <a:endParaRPr lang="en-US" altLang="en-US" sz="1400">
              <a:latin typeface="Constantia" panose="02030602050306030303" pitchFamily="18" charset="0"/>
            </a:endParaRPr>
          </a:p>
        </p:txBody>
      </p:sp>
      <p:sp>
        <p:nvSpPr>
          <p:cNvPr id="32921" name="Rectangle 2">
            <a:extLst>
              <a:ext uri="{FF2B5EF4-FFF2-40B4-BE49-F238E27FC236}">
                <a16:creationId xmlns:a16="http://schemas.microsoft.com/office/drawing/2014/main" id="{FF041C7E-CC1B-48F9-826A-988713821A51}"/>
              </a:ext>
            </a:extLst>
          </p:cNvPr>
          <p:cNvSpPr>
            <a:spLocks noChangeArrowheads="1"/>
          </p:cNvSpPr>
          <p:nvPr/>
        </p:nvSpPr>
        <p:spPr bwMode="auto">
          <a:xfrm>
            <a:off x="0" y="-219075"/>
            <a:ext cx="9144000"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471488">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defTabSz="471488">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defTabSz="471488">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defTabSz="471488">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defTabSz="471488">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defTabSz="471488"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defTabSz="471488"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defTabSz="471488"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defTabSz="471488"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algn="ctr" eaLnBrk="1" hangingPunct="1">
              <a:spcBef>
                <a:spcPct val="0"/>
              </a:spcBef>
              <a:buClr>
                <a:srgbClr val="FFFFFF"/>
              </a:buClr>
              <a:buSzPct val="90000"/>
              <a:buFont typeface="WP MathA"/>
              <a:buNone/>
            </a:pPr>
            <a:r>
              <a:rPr lang="en-US" altLang="en-US" sz="4000" b="1">
                <a:latin typeface="Times New Roman" panose="02020603050405020304" pitchFamily="18" charset="0"/>
                <a:cs typeface="Times New Roman" panose="02020603050405020304" pitchFamily="18" charset="0"/>
              </a:rPr>
              <a:t>Influenza A HA and NA Subtypes</a:t>
            </a:r>
          </a:p>
        </p:txBody>
      </p:sp>
      <p:pic>
        <p:nvPicPr>
          <p:cNvPr id="32922" name="Picture 141" descr="MCj04316150000[1]">
            <a:extLst>
              <a:ext uri="{FF2B5EF4-FFF2-40B4-BE49-F238E27FC236}">
                <a16:creationId xmlns:a16="http://schemas.microsoft.com/office/drawing/2014/main" id="{9AB86D80-C79E-4C84-9ABF-3E5BD53A77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8747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23" name="Picture 142" descr="MCj04316150000[1]">
            <a:extLst>
              <a:ext uri="{FF2B5EF4-FFF2-40B4-BE49-F238E27FC236}">
                <a16:creationId xmlns:a16="http://schemas.microsoft.com/office/drawing/2014/main" id="{F3200468-377D-4C99-A104-1B0EC7E434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2557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24" name="Picture 143" descr="MCj04316150000[1]">
            <a:extLst>
              <a:ext uri="{FF2B5EF4-FFF2-40B4-BE49-F238E27FC236}">
                <a16:creationId xmlns:a16="http://schemas.microsoft.com/office/drawing/2014/main" id="{189AE5AE-C96B-40FD-9D28-E5C8384606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6367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25" name="Picture 144" descr="MCj04316150000[1]">
            <a:extLst>
              <a:ext uri="{FF2B5EF4-FFF2-40B4-BE49-F238E27FC236}">
                <a16:creationId xmlns:a16="http://schemas.microsoft.com/office/drawing/2014/main" id="{C0AFC9B1-7F45-49CB-9818-3B80150B28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3225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26" name="Picture 145" descr="MCj04316150000[1]">
            <a:extLst>
              <a:ext uri="{FF2B5EF4-FFF2-40B4-BE49-F238E27FC236}">
                <a16:creationId xmlns:a16="http://schemas.microsoft.com/office/drawing/2014/main" id="{8454EF7B-F7D7-4FAB-A52E-1546134615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0845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27" name="Picture 146" descr="MCj04316150000[1]">
            <a:extLst>
              <a:ext uri="{FF2B5EF4-FFF2-40B4-BE49-F238E27FC236}">
                <a16:creationId xmlns:a16="http://schemas.microsoft.com/office/drawing/2014/main" id="{4A6A0E85-6BD1-4CAB-9E1C-1D74CDEB3C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8465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28" name="Picture 147" descr="MCAN02364_0000[1]">
            <a:extLst>
              <a:ext uri="{FF2B5EF4-FFF2-40B4-BE49-F238E27FC236}">
                <a16:creationId xmlns:a16="http://schemas.microsoft.com/office/drawing/2014/main" id="{CCC56988-BBB6-4AC7-B4B7-5258278820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1331913"/>
            <a:ext cx="53816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29" name="Picture 148" descr="MCAN02364_0000[1]">
            <a:extLst>
              <a:ext uri="{FF2B5EF4-FFF2-40B4-BE49-F238E27FC236}">
                <a16:creationId xmlns:a16="http://schemas.microsoft.com/office/drawing/2014/main" id="{9475D5E2-1C47-4175-810E-A95BD59247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950913"/>
            <a:ext cx="53816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30" name="Picture 149" descr="MCAN02364_0000[1]">
            <a:extLst>
              <a:ext uri="{FF2B5EF4-FFF2-40B4-BE49-F238E27FC236}">
                <a16:creationId xmlns:a16="http://schemas.microsoft.com/office/drawing/2014/main" id="{F87F7C94-8025-4329-AE82-46A6FD6311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1636713"/>
            <a:ext cx="53816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31" name="Picture 150" descr="MCAN02364_0000[1]">
            <a:extLst>
              <a:ext uri="{FF2B5EF4-FFF2-40B4-BE49-F238E27FC236}">
                <a16:creationId xmlns:a16="http://schemas.microsoft.com/office/drawing/2014/main" id="{9DB80F19-8C72-4A18-9B06-83D4598FCD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017713"/>
            <a:ext cx="53816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32" name="Picture 151" descr="MCAN02364_0000[1]">
            <a:extLst>
              <a:ext uri="{FF2B5EF4-FFF2-40B4-BE49-F238E27FC236}">
                <a16:creationId xmlns:a16="http://schemas.microsoft.com/office/drawing/2014/main" id="{A276E920-E307-4A92-9D3A-75804F6E01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398713"/>
            <a:ext cx="53816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33" name="Picture 152" descr="MCAN02364_0000[1]">
            <a:extLst>
              <a:ext uri="{FF2B5EF4-FFF2-40B4-BE49-F238E27FC236}">
                <a16:creationId xmlns:a16="http://schemas.microsoft.com/office/drawing/2014/main" id="{70284DD3-0462-4751-8D57-C0319F87B3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779713"/>
            <a:ext cx="53816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34" name="Picture 153" descr="MCAN02364_0000[1]">
            <a:extLst>
              <a:ext uri="{FF2B5EF4-FFF2-40B4-BE49-F238E27FC236}">
                <a16:creationId xmlns:a16="http://schemas.microsoft.com/office/drawing/2014/main" id="{B941C18D-5415-4082-81D5-90895E0A95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3160713"/>
            <a:ext cx="53816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35" name="Picture 154" descr="MCAN02364_0000[1]">
            <a:extLst>
              <a:ext uri="{FF2B5EF4-FFF2-40B4-BE49-F238E27FC236}">
                <a16:creationId xmlns:a16="http://schemas.microsoft.com/office/drawing/2014/main" id="{AA98EEC2-D428-4291-89F1-096B08375E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3541713"/>
            <a:ext cx="53816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36" name="Picture 155" descr="MCAN02364_0000[1]">
            <a:extLst>
              <a:ext uri="{FF2B5EF4-FFF2-40B4-BE49-F238E27FC236}">
                <a16:creationId xmlns:a16="http://schemas.microsoft.com/office/drawing/2014/main" id="{89F22548-C55C-4174-A40C-0D46CC72D9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3846513"/>
            <a:ext cx="53816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37" name="Picture 156" descr="MCAN02364_0000[1]">
            <a:extLst>
              <a:ext uri="{FF2B5EF4-FFF2-40B4-BE49-F238E27FC236}">
                <a16:creationId xmlns:a16="http://schemas.microsoft.com/office/drawing/2014/main" id="{21DA8998-C928-48C9-99A9-F3ED03EF4E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4227513"/>
            <a:ext cx="53816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38" name="Picture 157" descr="MCAN02364_0000[1]">
            <a:extLst>
              <a:ext uri="{FF2B5EF4-FFF2-40B4-BE49-F238E27FC236}">
                <a16:creationId xmlns:a16="http://schemas.microsoft.com/office/drawing/2014/main" id="{50D9502E-D54D-452A-B9A0-CF7F7A9F4D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4608513"/>
            <a:ext cx="53816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39" name="Picture 158" descr="MCAN02364_0000[1]">
            <a:extLst>
              <a:ext uri="{FF2B5EF4-FFF2-40B4-BE49-F238E27FC236}">
                <a16:creationId xmlns:a16="http://schemas.microsoft.com/office/drawing/2014/main" id="{687386F0-8B70-432B-B002-57119EB6EC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4989513"/>
            <a:ext cx="53816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40" name="Picture 159" descr="MCAN02364_0000[1]">
            <a:extLst>
              <a:ext uri="{FF2B5EF4-FFF2-40B4-BE49-F238E27FC236}">
                <a16:creationId xmlns:a16="http://schemas.microsoft.com/office/drawing/2014/main" id="{16450AA6-242B-4C00-A30F-E3CC67CD0C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5370513"/>
            <a:ext cx="53816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41" name="Picture 160" descr="MCAN02364_0000[1]">
            <a:extLst>
              <a:ext uri="{FF2B5EF4-FFF2-40B4-BE49-F238E27FC236}">
                <a16:creationId xmlns:a16="http://schemas.microsoft.com/office/drawing/2014/main" id="{E0170278-4B34-420D-961D-85C9CE2E19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5675313"/>
            <a:ext cx="53816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42" name="Picture 161" descr="MCAN02364_0000[1]">
            <a:extLst>
              <a:ext uri="{FF2B5EF4-FFF2-40B4-BE49-F238E27FC236}">
                <a16:creationId xmlns:a16="http://schemas.microsoft.com/office/drawing/2014/main" id="{041F8663-8015-4ADF-809E-C4124234F9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6056313"/>
            <a:ext cx="53816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43" name="Picture 162" descr="MCAN02364_0000[1]">
            <a:extLst>
              <a:ext uri="{FF2B5EF4-FFF2-40B4-BE49-F238E27FC236}">
                <a16:creationId xmlns:a16="http://schemas.microsoft.com/office/drawing/2014/main" id="{258D6093-AB18-48F1-851B-7B85E7294E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6437313"/>
            <a:ext cx="538163"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44" name="Picture 163" descr="MCj02900610000[1]">
            <a:extLst>
              <a:ext uri="{FF2B5EF4-FFF2-40B4-BE49-F238E27FC236}">
                <a16:creationId xmlns:a16="http://schemas.microsoft.com/office/drawing/2014/main" id="{187E1E20-A773-4C3C-838B-3DD8D9BDFD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8400" y="874713"/>
            <a:ext cx="6064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45" name="Picture 164" descr="MCj02900610000[1]">
            <a:extLst>
              <a:ext uri="{FF2B5EF4-FFF2-40B4-BE49-F238E27FC236}">
                <a16:creationId xmlns:a16="http://schemas.microsoft.com/office/drawing/2014/main" id="{3642EF00-40A8-42BE-AC17-FD8D001C0F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8400" y="1636713"/>
            <a:ext cx="6064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46" name="Picture 165" descr="MCj02900610000[1]">
            <a:extLst>
              <a:ext uri="{FF2B5EF4-FFF2-40B4-BE49-F238E27FC236}">
                <a16:creationId xmlns:a16="http://schemas.microsoft.com/office/drawing/2014/main" id="{0793DD44-E6B4-4171-9951-4FF8ECBF79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8400" y="3846513"/>
            <a:ext cx="6064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47" name="Picture 166" descr="MCj02900610000[1]">
            <a:extLst>
              <a:ext uri="{FF2B5EF4-FFF2-40B4-BE49-F238E27FC236}">
                <a16:creationId xmlns:a16="http://schemas.microsoft.com/office/drawing/2014/main" id="{A6178C2A-A4E3-4827-9527-5ECDAE8D48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8400" y="2017713"/>
            <a:ext cx="6064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948" name="Text Box 167">
            <a:extLst>
              <a:ext uri="{FF2B5EF4-FFF2-40B4-BE49-F238E27FC236}">
                <a16:creationId xmlns:a16="http://schemas.microsoft.com/office/drawing/2014/main" id="{9064249D-4F3E-4E0C-BD4E-4EFCB79F16A1}"/>
              </a:ext>
            </a:extLst>
          </p:cNvPr>
          <p:cNvSpPr txBox="1">
            <a:spLocks noChangeArrowheads="1"/>
          </p:cNvSpPr>
          <p:nvPr/>
        </p:nvSpPr>
        <p:spPr bwMode="auto">
          <a:xfrm>
            <a:off x="3200400" y="1712913"/>
            <a:ext cx="10414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200" b="1">
                <a:latin typeface="Constantia" panose="02030602050306030303" pitchFamily="18" charset="0"/>
              </a:rPr>
              <a:t>Other Animals</a:t>
            </a:r>
          </a:p>
        </p:txBody>
      </p:sp>
      <p:sp>
        <p:nvSpPr>
          <p:cNvPr id="32949" name="Text Box 168">
            <a:extLst>
              <a:ext uri="{FF2B5EF4-FFF2-40B4-BE49-F238E27FC236}">
                <a16:creationId xmlns:a16="http://schemas.microsoft.com/office/drawing/2014/main" id="{2179EDA9-BF93-44CA-A1BC-C04E5ADD0865}"/>
              </a:ext>
            </a:extLst>
          </p:cNvPr>
          <p:cNvSpPr txBox="1">
            <a:spLocks noChangeArrowheads="1"/>
          </p:cNvSpPr>
          <p:nvPr/>
        </p:nvSpPr>
        <p:spPr bwMode="auto">
          <a:xfrm>
            <a:off x="3194050" y="2093913"/>
            <a:ext cx="10414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200" b="1">
                <a:latin typeface="Constantia" panose="02030602050306030303" pitchFamily="18" charset="0"/>
              </a:rPr>
              <a:t>Other Animals</a:t>
            </a:r>
          </a:p>
        </p:txBody>
      </p:sp>
      <p:sp>
        <p:nvSpPr>
          <p:cNvPr id="32950" name="Text Box 169">
            <a:extLst>
              <a:ext uri="{FF2B5EF4-FFF2-40B4-BE49-F238E27FC236}">
                <a16:creationId xmlns:a16="http://schemas.microsoft.com/office/drawing/2014/main" id="{12BDFD8E-ACD1-4BDB-AAC4-78DD3C6ECD6A}"/>
              </a:ext>
            </a:extLst>
          </p:cNvPr>
          <p:cNvSpPr txBox="1">
            <a:spLocks noChangeArrowheads="1"/>
          </p:cNvSpPr>
          <p:nvPr/>
        </p:nvSpPr>
        <p:spPr bwMode="auto">
          <a:xfrm>
            <a:off x="3200400" y="2474913"/>
            <a:ext cx="10414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200" b="1">
                <a:latin typeface="Constantia" panose="02030602050306030303" pitchFamily="18" charset="0"/>
              </a:rPr>
              <a:t>Other Animals</a:t>
            </a:r>
          </a:p>
        </p:txBody>
      </p:sp>
      <p:sp>
        <p:nvSpPr>
          <p:cNvPr id="32951" name="Text Box 170">
            <a:extLst>
              <a:ext uri="{FF2B5EF4-FFF2-40B4-BE49-F238E27FC236}">
                <a16:creationId xmlns:a16="http://schemas.microsoft.com/office/drawing/2014/main" id="{27C90071-4235-47B4-B034-1959282BCEA1}"/>
              </a:ext>
            </a:extLst>
          </p:cNvPr>
          <p:cNvSpPr txBox="1">
            <a:spLocks noChangeArrowheads="1"/>
          </p:cNvSpPr>
          <p:nvPr/>
        </p:nvSpPr>
        <p:spPr bwMode="auto">
          <a:xfrm>
            <a:off x="3200400" y="3160713"/>
            <a:ext cx="10414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200" b="1">
                <a:latin typeface="Constantia" panose="02030602050306030303" pitchFamily="18" charset="0"/>
              </a:rPr>
              <a:t>Other Animals</a:t>
            </a:r>
          </a:p>
        </p:txBody>
      </p:sp>
      <p:pic>
        <p:nvPicPr>
          <p:cNvPr id="32952" name="Picture 171" descr="MCj04316150000[1]">
            <a:extLst>
              <a:ext uri="{FF2B5EF4-FFF2-40B4-BE49-F238E27FC236}">
                <a16:creationId xmlns:a16="http://schemas.microsoft.com/office/drawing/2014/main" id="{FCB8ACB4-A8B3-4C42-A6B1-E24771ECDB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8382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53" name="Picture 172" descr="MCj04316150000[1]">
            <a:extLst>
              <a:ext uri="{FF2B5EF4-FFF2-40B4-BE49-F238E27FC236}">
                <a16:creationId xmlns:a16="http://schemas.microsoft.com/office/drawing/2014/main" id="{BDB02C24-BBF9-441A-B902-E3FEB0880D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12954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54" name="Picture 173" descr="MCAN02364_0000[1]">
            <a:extLst>
              <a:ext uri="{FF2B5EF4-FFF2-40B4-BE49-F238E27FC236}">
                <a16:creationId xmlns:a16="http://schemas.microsoft.com/office/drawing/2014/main" id="{06707894-83E7-4E22-988F-3F28D78477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990600"/>
            <a:ext cx="538163"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55" name="Picture 174" descr="MCAN02364_0000[1]">
            <a:extLst>
              <a:ext uri="{FF2B5EF4-FFF2-40B4-BE49-F238E27FC236}">
                <a16:creationId xmlns:a16="http://schemas.microsoft.com/office/drawing/2014/main" id="{844787FD-987F-49EA-A77F-75FBA2C9ED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1371600"/>
            <a:ext cx="538163"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56" name="Picture 175" descr="MCAN02364_0000[1]">
            <a:extLst>
              <a:ext uri="{FF2B5EF4-FFF2-40B4-BE49-F238E27FC236}">
                <a16:creationId xmlns:a16="http://schemas.microsoft.com/office/drawing/2014/main" id="{1188F300-72DD-4C13-B42E-45BE2D46BE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1752600"/>
            <a:ext cx="538163"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57" name="Picture 176" descr="MCAN02364_0000[1]">
            <a:extLst>
              <a:ext uri="{FF2B5EF4-FFF2-40B4-BE49-F238E27FC236}">
                <a16:creationId xmlns:a16="http://schemas.microsoft.com/office/drawing/2014/main" id="{FED2DD41-A7FC-467D-98BA-027C135DD3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74643">
            <a:off x="6484938" y="2146300"/>
            <a:ext cx="538162"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58" name="Picture 177" descr="MCAN02364_0000[1]">
            <a:extLst>
              <a:ext uri="{FF2B5EF4-FFF2-40B4-BE49-F238E27FC236}">
                <a16:creationId xmlns:a16="http://schemas.microsoft.com/office/drawing/2014/main" id="{BB53D028-4257-4787-968B-9873D51176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2438400"/>
            <a:ext cx="538163"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59" name="Picture 178" descr="MCAN02364_0000[1]">
            <a:extLst>
              <a:ext uri="{FF2B5EF4-FFF2-40B4-BE49-F238E27FC236}">
                <a16:creationId xmlns:a16="http://schemas.microsoft.com/office/drawing/2014/main" id="{778A5AD5-710E-47D5-9718-29CBE1D0E0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2819400"/>
            <a:ext cx="538163"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60" name="Picture 179" descr="MCAN02364_0000[1]">
            <a:extLst>
              <a:ext uri="{FF2B5EF4-FFF2-40B4-BE49-F238E27FC236}">
                <a16:creationId xmlns:a16="http://schemas.microsoft.com/office/drawing/2014/main" id="{A9BE18A8-E446-4C9F-A6C1-68442DB7C5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3200400"/>
            <a:ext cx="538163"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61" name="Picture 180" descr="MCAN02364_0000[1]">
            <a:extLst>
              <a:ext uri="{FF2B5EF4-FFF2-40B4-BE49-F238E27FC236}">
                <a16:creationId xmlns:a16="http://schemas.microsoft.com/office/drawing/2014/main" id="{80EB9096-FE48-4C69-BFA4-EA1A3269EC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3581400"/>
            <a:ext cx="538163"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62" name="Picture 181" descr="MCAN02364_0000[1]">
            <a:extLst>
              <a:ext uri="{FF2B5EF4-FFF2-40B4-BE49-F238E27FC236}">
                <a16:creationId xmlns:a16="http://schemas.microsoft.com/office/drawing/2014/main" id="{0FB3CE98-9D97-486B-9D6E-7928578DF4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3962400"/>
            <a:ext cx="538163"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63" name="Picture 182" descr="MCj02900610000[1]">
            <a:extLst>
              <a:ext uri="{FF2B5EF4-FFF2-40B4-BE49-F238E27FC236}">
                <a16:creationId xmlns:a16="http://schemas.microsoft.com/office/drawing/2014/main" id="{179C6603-010B-424E-AD1E-EB631BA9F6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8400" y="2398713"/>
            <a:ext cx="6064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64" name="Picture 183" descr="MCj02900610000[1]">
            <a:extLst>
              <a:ext uri="{FF2B5EF4-FFF2-40B4-BE49-F238E27FC236}">
                <a16:creationId xmlns:a16="http://schemas.microsoft.com/office/drawing/2014/main" id="{7D53DB33-B9E5-47EB-8613-E4A30D8FFE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914400"/>
            <a:ext cx="606425"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65" name="Picture 184" descr="MCj02900610000[1]">
            <a:extLst>
              <a:ext uri="{FF2B5EF4-FFF2-40B4-BE49-F238E27FC236}">
                <a16:creationId xmlns:a16="http://schemas.microsoft.com/office/drawing/2014/main" id="{FE00D727-8364-4C9F-A853-C92A4F471D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1295400"/>
            <a:ext cx="606425"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966" name="Text Box 185">
            <a:extLst>
              <a:ext uri="{FF2B5EF4-FFF2-40B4-BE49-F238E27FC236}">
                <a16:creationId xmlns:a16="http://schemas.microsoft.com/office/drawing/2014/main" id="{C16E8E94-3D78-4229-8DD4-61BF50D73A85}"/>
              </a:ext>
            </a:extLst>
          </p:cNvPr>
          <p:cNvSpPr txBox="1">
            <a:spLocks noChangeArrowheads="1"/>
          </p:cNvSpPr>
          <p:nvPr/>
        </p:nvSpPr>
        <p:spPr bwMode="auto">
          <a:xfrm>
            <a:off x="7543800" y="3581400"/>
            <a:ext cx="1041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200" b="1">
                <a:latin typeface="Constantia" panose="02030602050306030303" pitchFamily="18" charset="0"/>
              </a:rPr>
              <a:t>Other Animals</a:t>
            </a:r>
          </a:p>
        </p:txBody>
      </p:sp>
      <p:sp>
        <p:nvSpPr>
          <p:cNvPr id="32967" name="Text Box 186">
            <a:extLst>
              <a:ext uri="{FF2B5EF4-FFF2-40B4-BE49-F238E27FC236}">
                <a16:creationId xmlns:a16="http://schemas.microsoft.com/office/drawing/2014/main" id="{F9CD5FB2-5546-41A3-B3F5-03A9B4AD3A46}"/>
              </a:ext>
            </a:extLst>
          </p:cNvPr>
          <p:cNvSpPr txBox="1">
            <a:spLocks noChangeArrowheads="1"/>
          </p:cNvSpPr>
          <p:nvPr/>
        </p:nvSpPr>
        <p:spPr bwMode="auto">
          <a:xfrm>
            <a:off x="7543800" y="3276600"/>
            <a:ext cx="1041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200" b="1">
                <a:latin typeface="Constantia" panose="02030602050306030303" pitchFamily="18" charset="0"/>
              </a:rPr>
              <a:t>Other Animals</a:t>
            </a:r>
          </a:p>
        </p:txBody>
      </p:sp>
      <p:pic>
        <p:nvPicPr>
          <p:cNvPr id="32968" name="Picture 182" descr="MCj02900610000[1]">
            <a:extLst>
              <a:ext uri="{FF2B5EF4-FFF2-40B4-BE49-F238E27FC236}">
                <a16:creationId xmlns:a16="http://schemas.microsoft.com/office/drawing/2014/main" id="{22647836-BF6D-4E5A-A9B9-4801A551E1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60625" y="1271588"/>
            <a:ext cx="6064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69" name="Picture 182" descr="MCj02900610000[1]">
            <a:extLst>
              <a:ext uri="{FF2B5EF4-FFF2-40B4-BE49-F238E27FC236}">
                <a16:creationId xmlns:a16="http://schemas.microsoft.com/office/drawing/2014/main" id="{092BD41E-8ACE-44D5-A10D-9E7E2A12FB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1676400"/>
            <a:ext cx="606425"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970" name="Picture 144" descr="MCj04316150000[1]">
            <a:extLst>
              <a:ext uri="{FF2B5EF4-FFF2-40B4-BE49-F238E27FC236}">
                <a16:creationId xmlns:a16="http://schemas.microsoft.com/office/drawing/2014/main" id="{AFD230F8-CB6F-4FD7-800C-E4EA4D5DFE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438" y="265747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a:extLst>
              <a:ext uri="{FF2B5EF4-FFF2-40B4-BE49-F238E27FC236}">
                <a16:creationId xmlns:a16="http://schemas.microsoft.com/office/drawing/2014/main" id="{6910ECE4-F9A0-4C06-BBDE-DCAD77E3B82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95400" y="1466850"/>
            <a:ext cx="6346825" cy="4857750"/>
          </a:xfrm>
          <a:noFill/>
        </p:spPr>
      </p:pic>
      <p:sp>
        <p:nvSpPr>
          <p:cNvPr id="4" name="Title 3">
            <a:extLst>
              <a:ext uri="{FF2B5EF4-FFF2-40B4-BE49-F238E27FC236}">
                <a16:creationId xmlns:a16="http://schemas.microsoft.com/office/drawing/2014/main" id="{56B7FA2A-ED08-42B1-8431-4A0B9E1D282C}"/>
              </a:ext>
            </a:extLst>
          </p:cNvPr>
          <p:cNvSpPr>
            <a:spLocks noGrp="1"/>
          </p:cNvSpPr>
          <p:nvPr>
            <p:ph type="title"/>
          </p:nvPr>
        </p:nvSpPr>
        <p:spPr/>
        <p:txBody>
          <a:bodyPr/>
          <a:lstStyle/>
          <a:p>
            <a:pPr>
              <a:defRPr/>
            </a:pPr>
            <a:r>
              <a:rPr lang="en-US" dirty="0"/>
              <a:t>Diverse Host tropism allows restriction and recombination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1B511-C045-491E-A9AC-28B10745658D}"/>
              </a:ext>
            </a:extLst>
          </p:cNvPr>
          <p:cNvSpPr>
            <a:spLocks noGrp="1"/>
          </p:cNvSpPr>
          <p:nvPr>
            <p:ph type="title"/>
          </p:nvPr>
        </p:nvSpPr>
        <p:spPr>
          <a:xfrm>
            <a:off x="361950" y="-228600"/>
            <a:ext cx="7467600" cy="1143000"/>
          </a:xfrm>
        </p:spPr>
        <p:txBody>
          <a:bodyPr/>
          <a:lstStyle/>
          <a:p>
            <a:pPr>
              <a:defRPr/>
            </a:pPr>
            <a:r>
              <a:rPr lang="en-US" dirty="0"/>
              <a:t>Influenza Life cycle</a:t>
            </a:r>
          </a:p>
        </p:txBody>
      </p:sp>
      <p:pic>
        <p:nvPicPr>
          <p:cNvPr id="35843" name="Picture 2">
            <a:extLst>
              <a:ext uri="{FF2B5EF4-FFF2-40B4-BE49-F238E27FC236}">
                <a16:creationId xmlns:a16="http://schemas.microsoft.com/office/drawing/2014/main" id="{3C89FF8A-CB27-456F-A7B1-484DA37CD4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066800"/>
            <a:ext cx="8404225" cy="559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47EF7-AE6D-487C-8F6D-F5060E27DD92}"/>
              </a:ext>
            </a:extLst>
          </p:cNvPr>
          <p:cNvSpPr>
            <a:spLocks noGrp="1"/>
          </p:cNvSpPr>
          <p:nvPr>
            <p:ph type="title"/>
          </p:nvPr>
        </p:nvSpPr>
        <p:spPr>
          <a:xfrm>
            <a:off x="381000" y="-152400"/>
            <a:ext cx="7467600" cy="1143000"/>
          </a:xfrm>
        </p:spPr>
        <p:txBody>
          <a:bodyPr/>
          <a:lstStyle/>
          <a:p>
            <a:pPr>
              <a:defRPr/>
            </a:pPr>
            <a:r>
              <a:rPr lang="en-US" dirty="0"/>
              <a:t>HA is required for Cell Entry</a:t>
            </a:r>
          </a:p>
        </p:txBody>
      </p:sp>
      <p:sp>
        <p:nvSpPr>
          <p:cNvPr id="3" name="Content Placeholder 2">
            <a:extLst>
              <a:ext uri="{FF2B5EF4-FFF2-40B4-BE49-F238E27FC236}">
                <a16:creationId xmlns:a16="http://schemas.microsoft.com/office/drawing/2014/main" id="{E41E3EBA-28D6-4A95-9CF6-9473E692E56B}"/>
              </a:ext>
            </a:extLst>
          </p:cNvPr>
          <p:cNvSpPr>
            <a:spLocks noGrp="1"/>
          </p:cNvSpPr>
          <p:nvPr>
            <p:ph sz="quarter" idx="1"/>
          </p:nvPr>
        </p:nvSpPr>
        <p:spPr>
          <a:xfrm>
            <a:off x="76200" y="1600200"/>
            <a:ext cx="3886200" cy="4873625"/>
          </a:xfrm>
        </p:spPr>
        <p:txBody>
          <a:bodyPr>
            <a:normAutofit fontScale="92500" lnSpcReduction="10000"/>
          </a:bodyPr>
          <a:lstStyle/>
          <a:p>
            <a:pPr>
              <a:defRPr/>
            </a:pPr>
            <a:r>
              <a:rPr lang="en-US" dirty="0"/>
              <a:t>HA binding to </a:t>
            </a:r>
            <a:r>
              <a:rPr lang="en-US" dirty="0" err="1"/>
              <a:t>sialic</a:t>
            </a:r>
            <a:r>
              <a:rPr lang="en-US" dirty="0"/>
              <a:t> acid on the surface of cells mediates initial attachment</a:t>
            </a:r>
          </a:p>
          <a:p>
            <a:pPr>
              <a:defRPr/>
            </a:pPr>
            <a:r>
              <a:rPr lang="en-US" dirty="0"/>
              <a:t>Virus is </a:t>
            </a:r>
            <a:r>
              <a:rPr lang="en-US" dirty="0" err="1"/>
              <a:t>endocytosed</a:t>
            </a:r>
            <a:r>
              <a:rPr lang="en-US" dirty="0"/>
              <a:t>, where the </a:t>
            </a:r>
            <a:r>
              <a:rPr lang="en-US" dirty="0" err="1"/>
              <a:t>endosome</a:t>
            </a:r>
            <a:r>
              <a:rPr lang="en-US" dirty="0"/>
              <a:t> is acidified </a:t>
            </a:r>
          </a:p>
          <a:p>
            <a:pPr>
              <a:defRPr/>
            </a:pPr>
            <a:r>
              <a:rPr lang="en-US" dirty="0"/>
              <a:t>This triggers a conformational change in the virus, resulting in membrane fusion</a:t>
            </a:r>
          </a:p>
          <a:p>
            <a:pPr>
              <a:defRPr/>
            </a:pPr>
            <a:r>
              <a:rPr lang="en-US" dirty="0"/>
              <a:t>For HA to be active, it needs to be cleaved by a protease into two pieces—this protease is generally restricted to the respiratory epithelium</a:t>
            </a:r>
          </a:p>
        </p:txBody>
      </p:sp>
      <p:pic>
        <p:nvPicPr>
          <p:cNvPr id="36868" name="Picture 2">
            <a:extLst>
              <a:ext uri="{FF2B5EF4-FFF2-40B4-BE49-F238E27FC236}">
                <a16:creationId xmlns:a16="http://schemas.microsoft.com/office/drawing/2014/main" id="{05D30901-59E9-45B1-ABBB-389066A3DC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2075" y="1676400"/>
            <a:ext cx="5241925"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a:extLst>
              <a:ext uri="{FF2B5EF4-FFF2-40B4-BE49-F238E27FC236}">
                <a16:creationId xmlns:a16="http://schemas.microsoft.com/office/drawing/2014/main" id="{386E524A-A0EA-4517-86F6-C4852C2135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0663" y="2362200"/>
            <a:ext cx="6383337"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BAB6D45B-911E-49CD-B25C-C93406939E73}"/>
              </a:ext>
            </a:extLst>
          </p:cNvPr>
          <p:cNvSpPr>
            <a:spLocks noGrp="1"/>
          </p:cNvSpPr>
          <p:nvPr>
            <p:ph type="title"/>
          </p:nvPr>
        </p:nvSpPr>
        <p:spPr/>
        <p:txBody>
          <a:bodyPr/>
          <a:lstStyle/>
          <a:p>
            <a:pPr>
              <a:defRPr/>
            </a:pPr>
            <a:r>
              <a:rPr lang="en-US" dirty="0"/>
              <a:t>Neuraminidase acts to cleave the </a:t>
            </a:r>
            <a:r>
              <a:rPr lang="en-US" dirty="0" err="1"/>
              <a:t>sialic</a:t>
            </a:r>
            <a:r>
              <a:rPr lang="en-US" dirty="0"/>
              <a:t> acid receptors from the cell surface</a:t>
            </a:r>
          </a:p>
        </p:txBody>
      </p:sp>
      <p:sp>
        <p:nvSpPr>
          <p:cNvPr id="37892" name="Content Placeholder 2">
            <a:extLst>
              <a:ext uri="{FF2B5EF4-FFF2-40B4-BE49-F238E27FC236}">
                <a16:creationId xmlns:a16="http://schemas.microsoft.com/office/drawing/2014/main" id="{FFE493A7-829E-4FA6-9199-FA5415043E51}"/>
              </a:ext>
            </a:extLst>
          </p:cNvPr>
          <p:cNvSpPr>
            <a:spLocks noGrp="1"/>
          </p:cNvSpPr>
          <p:nvPr>
            <p:ph sz="quarter" idx="1"/>
          </p:nvPr>
        </p:nvSpPr>
        <p:spPr>
          <a:xfrm>
            <a:off x="34925" y="1752600"/>
            <a:ext cx="3048000" cy="4873625"/>
          </a:xfrm>
        </p:spPr>
        <p:txBody>
          <a:bodyPr/>
          <a:lstStyle/>
          <a:p>
            <a:r>
              <a:rPr lang="en-US" altLang="en-US"/>
              <a:t>IAV must balance the binding and entry activity of HA with the sialic acid cleavage activity of NA so that virus efficiently enters and buds from the cell surface—thus HA and NA are often “matched” for activity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FEB2A-7CEA-4BC5-98FD-0237476CCEA7}"/>
              </a:ext>
            </a:extLst>
          </p:cNvPr>
          <p:cNvSpPr>
            <a:spLocks noGrp="1"/>
          </p:cNvSpPr>
          <p:nvPr>
            <p:ph type="title"/>
          </p:nvPr>
        </p:nvSpPr>
        <p:spPr/>
        <p:txBody>
          <a:bodyPr/>
          <a:lstStyle/>
          <a:p>
            <a:pPr>
              <a:defRPr/>
            </a:pPr>
            <a:r>
              <a:rPr lang="en-US" dirty="0"/>
              <a:t>Immune Mechanisms of Protection</a:t>
            </a:r>
          </a:p>
        </p:txBody>
      </p:sp>
      <p:sp>
        <p:nvSpPr>
          <p:cNvPr id="3" name="Content Placeholder 2">
            <a:extLst>
              <a:ext uri="{FF2B5EF4-FFF2-40B4-BE49-F238E27FC236}">
                <a16:creationId xmlns:a16="http://schemas.microsoft.com/office/drawing/2014/main" id="{47007145-32D5-4F50-83A3-20A59F88F342}"/>
              </a:ext>
            </a:extLst>
          </p:cNvPr>
          <p:cNvSpPr>
            <a:spLocks noGrp="1"/>
          </p:cNvSpPr>
          <p:nvPr>
            <p:ph sz="quarter" idx="1"/>
          </p:nvPr>
        </p:nvSpPr>
        <p:spPr>
          <a:xfrm>
            <a:off x="457200" y="1600200"/>
            <a:ext cx="3505200" cy="4873625"/>
          </a:xfrm>
        </p:spPr>
        <p:txBody>
          <a:bodyPr>
            <a:normAutofit fontScale="92500" lnSpcReduction="20000"/>
          </a:bodyPr>
          <a:lstStyle/>
          <a:p>
            <a:pPr>
              <a:defRPr/>
            </a:pPr>
            <a:r>
              <a:rPr lang="en-US" dirty="0"/>
              <a:t>Antibody mediated immunity exerts the most pressure on the virus, leading to seasonal antigenic drift and pandemic strains of antigenic shift</a:t>
            </a:r>
          </a:p>
          <a:p>
            <a:pPr>
              <a:defRPr/>
            </a:pPr>
            <a:r>
              <a:rPr lang="en-US" dirty="0"/>
              <a:t>Internal proteins are relatively conserved allowing </a:t>
            </a:r>
            <a:r>
              <a:rPr lang="en-US" dirty="0" err="1"/>
              <a:t>heterologous</a:t>
            </a:r>
            <a:r>
              <a:rPr lang="en-US" dirty="0"/>
              <a:t> cellular protection</a:t>
            </a:r>
          </a:p>
          <a:p>
            <a:pPr>
              <a:defRPr/>
            </a:pPr>
            <a:r>
              <a:rPr lang="en-US" dirty="0"/>
              <a:t>Mutation of dominant CD8 epitopes over time suggests that CTLs provide immunological pressure</a:t>
            </a:r>
          </a:p>
        </p:txBody>
      </p:sp>
      <p:pic>
        <p:nvPicPr>
          <p:cNvPr id="38916" name="Picture 3">
            <a:extLst>
              <a:ext uri="{FF2B5EF4-FFF2-40B4-BE49-F238E27FC236}">
                <a16:creationId xmlns:a16="http://schemas.microsoft.com/office/drawing/2014/main" id="{7E1E4894-6439-4BD4-88D1-D40BFA32F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3350" y="1650999"/>
            <a:ext cx="3981450"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D8B2D-7A5F-4BEC-9FBF-3184D7E25AB5}"/>
              </a:ext>
            </a:extLst>
          </p:cNvPr>
          <p:cNvSpPr>
            <a:spLocks noGrp="1"/>
          </p:cNvSpPr>
          <p:nvPr>
            <p:ph type="title"/>
          </p:nvPr>
        </p:nvSpPr>
        <p:spPr>
          <a:xfrm>
            <a:off x="457200" y="-457200"/>
            <a:ext cx="7467600" cy="1143000"/>
          </a:xfrm>
        </p:spPr>
        <p:txBody>
          <a:bodyPr/>
          <a:lstStyle/>
          <a:p>
            <a:pPr>
              <a:defRPr/>
            </a:pPr>
            <a:r>
              <a:rPr lang="en-US" dirty="0"/>
              <a:t>Immune Course of influenza infection</a:t>
            </a:r>
          </a:p>
        </p:txBody>
      </p:sp>
      <p:sp>
        <p:nvSpPr>
          <p:cNvPr id="3" name="Content Placeholder 2">
            <a:extLst>
              <a:ext uri="{FF2B5EF4-FFF2-40B4-BE49-F238E27FC236}">
                <a16:creationId xmlns:a16="http://schemas.microsoft.com/office/drawing/2014/main" id="{E6A528BB-84CB-4C71-8237-6EBE3D4360CC}"/>
              </a:ext>
            </a:extLst>
          </p:cNvPr>
          <p:cNvSpPr>
            <a:spLocks noGrp="1"/>
          </p:cNvSpPr>
          <p:nvPr>
            <p:ph sz="quarter" idx="1"/>
          </p:nvPr>
        </p:nvSpPr>
        <p:spPr>
          <a:xfrm>
            <a:off x="152400" y="1143000"/>
            <a:ext cx="2743200" cy="4873625"/>
          </a:xfrm>
        </p:spPr>
        <p:txBody>
          <a:bodyPr>
            <a:normAutofit fontScale="92500" lnSpcReduction="20000"/>
          </a:bodyPr>
          <a:lstStyle/>
          <a:p>
            <a:pPr>
              <a:defRPr/>
            </a:pPr>
            <a:r>
              <a:rPr lang="en-US" dirty="0"/>
              <a:t>Influenza is initially controlled by antibody and CD8+ T cells</a:t>
            </a:r>
          </a:p>
          <a:p>
            <a:pPr>
              <a:defRPr/>
            </a:pPr>
            <a:r>
              <a:rPr lang="en-US" dirty="0"/>
              <a:t>Secondary infection with </a:t>
            </a:r>
            <a:r>
              <a:rPr lang="en-US" dirty="0" err="1"/>
              <a:t>heterologous</a:t>
            </a:r>
            <a:r>
              <a:rPr lang="en-US" dirty="0"/>
              <a:t> virus is cleared with CD8+ T cell activity much more rapidly</a:t>
            </a:r>
          </a:p>
          <a:p>
            <a:pPr>
              <a:defRPr/>
            </a:pPr>
            <a:r>
              <a:rPr lang="en-US" dirty="0"/>
              <a:t>Homologous infection can be prevented by antibody (sterilizing immunity)</a:t>
            </a:r>
          </a:p>
        </p:txBody>
      </p:sp>
      <p:pic>
        <p:nvPicPr>
          <p:cNvPr id="39940" name="Picture 2">
            <a:extLst>
              <a:ext uri="{FF2B5EF4-FFF2-40B4-BE49-F238E27FC236}">
                <a16:creationId xmlns:a16="http://schemas.microsoft.com/office/drawing/2014/main" id="{5C717476-0137-48A0-8CFE-D79E6D9A23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4338" y="674688"/>
            <a:ext cx="6172200" cy="604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F1BC1-D0C7-4032-9381-CF5D4D24C60B}"/>
              </a:ext>
            </a:extLst>
          </p:cNvPr>
          <p:cNvSpPr>
            <a:spLocks noGrp="1"/>
          </p:cNvSpPr>
          <p:nvPr>
            <p:ph type="title"/>
          </p:nvPr>
        </p:nvSpPr>
        <p:spPr/>
        <p:txBody>
          <a:bodyPr/>
          <a:lstStyle/>
          <a:p>
            <a:pPr>
              <a:defRPr/>
            </a:pPr>
            <a:r>
              <a:rPr lang="en-US" dirty="0"/>
              <a:t>Influenza evolution</a:t>
            </a:r>
          </a:p>
        </p:txBody>
      </p:sp>
      <p:pic>
        <p:nvPicPr>
          <p:cNvPr id="40963" name="Picture 4" descr="Figure 2">
            <a:extLst>
              <a:ext uri="{FF2B5EF4-FFF2-40B4-BE49-F238E27FC236}">
                <a16:creationId xmlns:a16="http://schemas.microsoft.com/office/drawing/2014/main" id="{F7DECDBE-8BC8-42D3-8B90-06874AA45A0A}"/>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1000" y="1295400"/>
            <a:ext cx="10210800" cy="437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278C0-1F40-4F13-883F-891459FC3265}"/>
              </a:ext>
            </a:extLst>
          </p:cNvPr>
          <p:cNvSpPr>
            <a:spLocks noGrp="1"/>
          </p:cNvSpPr>
          <p:nvPr>
            <p:ph type="title"/>
          </p:nvPr>
        </p:nvSpPr>
        <p:spPr/>
        <p:txBody>
          <a:bodyPr/>
          <a:lstStyle/>
          <a:p>
            <a:pPr>
              <a:defRPr/>
            </a:pPr>
            <a:r>
              <a:rPr lang="en-US" dirty="0"/>
              <a:t>Human influenza pandemics</a:t>
            </a:r>
          </a:p>
        </p:txBody>
      </p:sp>
      <p:pic>
        <p:nvPicPr>
          <p:cNvPr id="41987" name="Picture 2">
            <a:extLst>
              <a:ext uri="{FF2B5EF4-FFF2-40B4-BE49-F238E27FC236}">
                <a16:creationId xmlns:a16="http://schemas.microsoft.com/office/drawing/2014/main" id="{545D5B9D-7FBF-4E58-8AD1-107C9EA9D1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1657350"/>
            <a:ext cx="61912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5">
            <a:extLst>
              <a:ext uri="{FF2B5EF4-FFF2-40B4-BE49-F238E27FC236}">
                <a16:creationId xmlns:a16="http://schemas.microsoft.com/office/drawing/2014/main" id="{04912091-5118-481A-91AC-A0D00E6D6C71}"/>
              </a:ext>
            </a:extLst>
          </p:cNvPr>
          <p:cNvSpPr>
            <a:spLocks noGrp="1"/>
          </p:cNvSpPr>
          <p:nvPr>
            <p:ph sz="quarter" idx="2"/>
          </p:nvPr>
        </p:nvSpPr>
        <p:spPr>
          <a:xfrm>
            <a:off x="4763" y="1524000"/>
            <a:ext cx="3657600" cy="4572000"/>
          </a:xfrm>
        </p:spPr>
        <p:txBody>
          <a:bodyPr/>
          <a:lstStyle/>
          <a:p>
            <a:r>
              <a:rPr lang="en-US" altLang="en-US"/>
              <a:t>All current human influenza is majority-derived from the 1918 pandemic</a:t>
            </a:r>
          </a:p>
          <a:p>
            <a:r>
              <a:rPr lang="en-US" altLang="en-US"/>
              <a:t>Distinct reservoirs have allowed evolution to occur with varying pressures, providing diverse sources for new gene introductions into the human pool</a:t>
            </a:r>
          </a:p>
        </p:txBody>
      </p:sp>
      <p:sp>
        <p:nvSpPr>
          <p:cNvPr id="2" name="Title 1">
            <a:extLst>
              <a:ext uri="{FF2B5EF4-FFF2-40B4-BE49-F238E27FC236}">
                <a16:creationId xmlns:a16="http://schemas.microsoft.com/office/drawing/2014/main" id="{9AC8FFD7-6B7D-4192-9666-46F31EF13749}"/>
              </a:ext>
            </a:extLst>
          </p:cNvPr>
          <p:cNvSpPr>
            <a:spLocks noGrp="1"/>
          </p:cNvSpPr>
          <p:nvPr>
            <p:ph type="title"/>
          </p:nvPr>
        </p:nvSpPr>
        <p:spPr>
          <a:xfrm>
            <a:off x="457200" y="-533400"/>
            <a:ext cx="7467600" cy="1143000"/>
          </a:xfrm>
        </p:spPr>
        <p:txBody>
          <a:bodyPr/>
          <a:lstStyle/>
          <a:p>
            <a:pPr>
              <a:defRPr/>
            </a:pPr>
            <a:r>
              <a:rPr lang="en-US" dirty="0"/>
              <a:t>Evolution of Human Influenza from 1918</a:t>
            </a:r>
          </a:p>
        </p:txBody>
      </p:sp>
      <p:pic>
        <p:nvPicPr>
          <p:cNvPr id="43012" name="Picture 2">
            <a:extLst>
              <a:ext uri="{FF2B5EF4-FFF2-40B4-BE49-F238E27FC236}">
                <a16:creationId xmlns:a16="http://schemas.microsoft.com/office/drawing/2014/main" id="{1FD26EB1-00DC-4FF5-8878-17D3D59B6B20}"/>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429000" y="685800"/>
            <a:ext cx="4876800" cy="5937250"/>
          </a:xfr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0ADFA-0522-4182-A2CD-BB8C09568C49}"/>
              </a:ext>
            </a:extLst>
          </p:cNvPr>
          <p:cNvSpPr>
            <a:spLocks noGrp="1"/>
          </p:cNvSpPr>
          <p:nvPr>
            <p:ph type="title"/>
          </p:nvPr>
        </p:nvSpPr>
        <p:spPr>
          <a:xfrm>
            <a:off x="304800" y="-381000"/>
            <a:ext cx="7467600" cy="1143000"/>
          </a:xfrm>
        </p:spPr>
        <p:txBody>
          <a:bodyPr/>
          <a:lstStyle/>
          <a:p>
            <a:pPr>
              <a:defRPr/>
            </a:pPr>
            <a:r>
              <a:rPr lang="en-US" dirty="0"/>
              <a:t>Swine-Origin H1n1 Incidence</a:t>
            </a:r>
          </a:p>
        </p:txBody>
      </p:sp>
      <p:pic>
        <p:nvPicPr>
          <p:cNvPr id="44035" name="Picture 2">
            <a:extLst>
              <a:ext uri="{FF2B5EF4-FFF2-40B4-BE49-F238E27FC236}">
                <a16:creationId xmlns:a16="http://schemas.microsoft.com/office/drawing/2014/main" id="{8DD8FDAD-77C2-4787-9832-21BD02AAF8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838200"/>
            <a:ext cx="8326438" cy="557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70D98-AEC3-4DB3-8EBF-4764BECB5CD8}"/>
              </a:ext>
            </a:extLst>
          </p:cNvPr>
          <p:cNvSpPr>
            <a:spLocks noGrp="1"/>
          </p:cNvSpPr>
          <p:nvPr>
            <p:ph type="title"/>
          </p:nvPr>
        </p:nvSpPr>
        <p:spPr/>
        <p:txBody>
          <a:bodyPr/>
          <a:lstStyle/>
          <a:p>
            <a:pPr>
              <a:defRPr/>
            </a:pPr>
            <a:r>
              <a:rPr lang="en-US" dirty="0"/>
              <a:t>1918 (and possibly SwOrH1n1)  mortality curves suggest previous exposure</a:t>
            </a:r>
          </a:p>
        </p:txBody>
      </p:sp>
      <p:sp>
        <p:nvSpPr>
          <p:cNvPr id="45059" name="Content Placeholder 2">
            <a:extLst>
              <a:ext uri="{FF2B5EF4-FFF2-40B4-BE49-F238E27FC236}">
                <a16:creationId xmlns:a16="http://schemas.microsoft.com/office/drawing/2014/main" id="{A743F617-95C1-4659-9B9E-8B1CDD0A9578}"/>
              </a:ext>
            </a:extLst>
          </p:cNvPr>
          <p:cNvSpPr>
            <a:spLocks noGrp="1"/>
          </p:cNvSpPr>
          <p:nvPr>
            <p:ph sz="quarter" idx="1"/>
          </p:nvPr>
        </p:nvSpPr>
        <p:spPr>
          <a:xfrm>
            <a:off x="457200" y="1600200"/>
            <a:ext cx="4419600" cy="4873625"/>
          </a:xfrm>
        </p:spPr>
        <p:txBody>
          <a:bodyPr/>
          <a:lstStyle/>
          <a:p>
            <a:r>
              <a:rPr lang="en-US" altLang="en-US"/>
              <a:t>The “U” shaped curve of regular influenza infection demonstrates the highest mortality among children (naïve) and the elderly (immunocomprimised)</a:t>
            </a:r>
          </a:p>
          <a:p>
            <a:r>
              <a:rPr lang="en-US" altLang="en-US"/>
              <a:t>The 1918 pandemic had a “W” shaped curve, with a spike in deaths among young adults—immunopathology or prior protection for ~40 year olds?</a:t>
            </a:r>
          </a:p>
        </p:txBody>
      </p:sp>
      <p:pic>
        <p:nvPicPr>
          <p:cNvPr id="45060" name="Picture 2">
            <a:extLst>
              <a:ext uri="{FF2B5EF4-FFF2-40B4-BE49-F238E27FC236}">
                <a16:creationId xmlns:a16="http://schemas.microsoft.com/office/drawing/2014/main" id="{24D6F804-2EBA-48EC-AA4A-402BC2CC88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1524000"/>
            <a:ext cx="2687638"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AF25F-1A7A-4A40-8B35-2C0213A03C1D}"/>
              </a:ext>
            </a:extLst>
          </p:cNvPr>
          <p:cNvSpPr>
            <a:spLocks noGrp="1"/>
          </p:cNvSpPr>
          <p:nvPr>
            <p:ph type="title"/>
          </p:nvPr>
        </p:nvSpPr>
        <p:spPr>
          <a:xfrm>
            <a:off x="152400" y="-228600"/>
            <a:ext cx="7467600" cy="1143000"/>
          </a:xfrm>
        </p:spPr>
        <p:txBody>
          <a:bodyPr/>
          <a:lstStyle/>
          <a:p>
            <a:pPr>
              <a:defRPr/>
            </a:pPr>
            <a:r>
              <a:rPr lang="en-US" dirty="0"/>
              <a:t>Predictions of the 2009/H1N1 pandemic</a:t>
            </a:r>
          </a:p>
        </p:txBody>
      </p:sp>
      <p:pic>
        <p:nvPicPr>
          <p:cNvPr id="46083" name="Picture 4" descr="Figure 2">
            <a:extLst>
              <a:ext uri="{FF2B5EF4-FFF2-40B4-BE49-F238E27FC236}">
                <a16:creationId xmlns:a16="http://schemas.microsoft.com/office/drawing/2014/main" id="{3E189715-F6FD-467D-A650-BB88751D2BF9}"/>
              </a:ext>
            </a:extLst>
          </p:cNvPr>
          <p:cNvPicPr>
            <a:picLocks noGrp="1" noChangeAspect="1" noChangeArrowheads="1"/>
          </p:cNvPicPr>
          <p:nvPr>
            <p:ph idx="1"/>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70149"/>
          <a:stretch>
            <a:fillRect/>
          </a:stretch>
        </p:blipFill>
        <p:spPr>
          <a:xfrm>
            <a:off x="5334000" y="1371600"/>
            <a:ext cx="3048000" cy="4376738"/>
          </a:xfrm>
        </p:spPr>
      </p:pic>
      <p:pic>
        <p:nvPicPr>
          <p:cNvPr id="5" name="Picture 2">
            <a:extLst>
              <a:ext uri="{FF2B5EF4-FFF2-40B4-BE49-F238E27FC236}">
                <a16:creationId xmlns:a16="http://schemas.microsoft.com/office/drawing/2014/main" id="{297B6916-12FE-4326-A8B1-DE50B78868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6389" t="55086" r="6944" b="34027"/>
          <a:stretch>
            <a:fillRect/>
          </a:stretch>
        </p:blipFill>
        <p:spPr bwMode="auto">
          <a:xfrm>
            <a:off x="5867400" y="2133600"/>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a:extLst>
              <a:ext uri="{FF2B5EF4-FFF2-40B4-BE49-F238E27FC236}">
                <a16:creationId xmlns:a16="http://schemas.microsoft.com/office/drawing/2014/main" id="{61A0F697-5A6B-420B-A41D-E733F1FBF6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6389" t="55086" r="6944" b="34027"/>
          <a:stretch>
            <a:fillRect/>
          </a:stretch>
        </p:blipFill>
        <p:spPr bwMode="auto">
          <a:xfrm>
            <a:off x="5791200" y="2895600"/>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2">
            <a:extLst>
              <a:ext uri="{FF2B5EF4-FFF2-40B4-BE49-F238E27FC236}">
                <a16:creationId xmlns:a16="http://schemas.microsoft.com/office/drawing/2014/main" id="{17DE52D5-4720-4DF4-B8CC-2DCBCE46A100}"/>
              </a:ext>
            </a:extLst>
          </p:cNvPr>
          <p:cNvSpPr txBox="1">
            <a:spLocks/>
          </p:cNvSpPr>
          <p:nvPr/>
        </p:nvSpPr>
        <p:spPr>
          <a:xfrm>
            <a:off x="457200" y="1600200"/>
            <a:ext cx="4648200" cy="4525963"/>
          </a:xfrm>
          <a:prstGeom prst="rect">
            <a:avLst/>
          </a:prstGeom>
        </p:spPr>
        <p:txBody>
          <a:bodyPr>
            <a:normAutofit fontScale="85000" lnSpcReduction="20000"/>
          </a:bodyPr>
          <a:lstStyle/>
          <a:p>
            <a:pPr marL="342900" indent="-342900" eaLnBrk="1" fontAlgn="auto" hangingPunct="1">
              <a:spcBef>
                <a:spcPct val="20000"/>
              </a:spcBef>
              <a:spcAft>
                <a:spcPts val="0"/>
              </a:spcAft>
              <a:buFont typeface="Arial" pitchFamily="34" charset="0"/>
              <a:buChar char="•"/>
              <a:defRPr/>
            </a:pPr>
            <a:r>
              <a:rPr lang="en-US" sz="3200" dirty="0">
                <a:latin typeface="+mn-lt"/>
              </a:rPr>
              <a:t>The 2009 H1N1 pandemic emerged as a particularly novel threat: an antigenic shift event between two swine viruses, without the “human” virus component expected to be required</a:t>
            </a:r>
          </a:p>
          <a:p>
            <a:pPr marL="342900" indent="-342900" eaLnBrk="1" fontAlgn="auto" hangingPunct="1">
              <a:spcBef>
                <a:spcPct val="20000"/>
              </a:spcBef>
              <a:spcAft>
                <a:spcPts val="0"/>
              </a:spcAft>
              <a:buFont typeface="Arial" pitchFamily="34" charset="0"/>
              <a:buChar char="•"/>
              <a:defRPr/>
            </a:pPr>
            <a:r>
              <a:rPr lang="en-US" sz="3200" dirty="0">
                <a:latin typeface="+mn-lt"/>
              </a:rPr>
              <a:t>The initial rapid spread bred fears of an equally high incidence of severe morbidity and mortality (~90,000 deaths in the US, ~1.8 million hospitalizations)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C0718-ECEF-4295-9F20-CBBED862CAAC}"/>
              </a:ext>
            </a:extLst>
          </p:cNvPr>
          <p:cNvSpPr>
            <a:spLocks noGrp="1"/>
          </p:cNvSpPr>
          <p:nvPr>
            <p:ph type="title"/>
          </p:nvPr>
        </p:nvSpPr>
        <p:spPr>
          <a:xfrm>
            <a:off x="366713" y="0"/>
            <a:ext cx="5029200" cy="1401763"/>
          </a:xfrm>
        </p:spPr>
        <p:txBody>
          <a:bodyPr/>
          <a:lstStyle/>
          <a:p>
            <a:pPr>
              <a:defRPr/>
            </a:pPr>
            <a:r>
              <a:rPr lang="en-US" dirty="0"/>
              <a:t>Pre-</a:t>
            </a:r>
            <a:r>
              <a:rPr lang="en-US" dirty="0" err="1"/>
              <a:t>Exisitng</a:t>
            </a:r>
            <a:r>
              <a:rPr lang="en-US" dirty="0"/>
              <a:t> Cross-reactive Immunity to 2009/H1n1</a:t>
            </a:r>
          </a:p>
        </p:txBody>
      </p:sp>
      <p:pic>
        <p:nvPicPr>
          <p:cNvPr id="47107" name="Picture 2" descr="Table 1">
            <a:extLst>
              <a:ext uri="{FF2B5EF4-FFF2-40B4-BE49-F238E27FC236}">
                <a16:creationId xmlns:a16="http://schemas.microsoft.com/office/drawing/2014/main" id="{2CB5A8F8-ED7C-4742-877D-43026F3020D1}"/>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b="51530"/>
          <a:stretch>
            <a:fillRect/>
          </a:stretch>
        </p:blipFill>
        <p:spPr>
          <a:xfrm>
            <a:off x="1219200" y="1676400"/>
            <a:ext cx="6400800" cy="5154613"/>
          </a:xfrm>
          <a:noFill/>
        </p:spPr>
      </p:pic>
      <p:pic>
        <p:nvPicPr>
          <p:cNvPr id="47108" name="Picture 3">
            <a:extLst>
              <a:ext uri="{FF2B5EF4-FFF2-40B4-BE49-F238E27FC236}">
                <a16:creationId xmlns:a16="http://schemas.microsoft.com/office/drawing/2014/main" id="{3FFF366E-73BE-4E4C-86ED-752405A93E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0"/>
            <a:ext cx="3352800"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62302-61C9-4D4D-80E9-AC51B8777069}"/>
              </a:ext>
            </a:extLst>
          </p:cNvPr>
          <p:cNvSpPr>
            <a:spLocks noGrp="1"/>
          </p:cNvSpPr>
          <p:nvPr>
            <p:ph type="title"/>
          </p:nvPr>
        </p:nvSpPr>
        <p:spPr>
          <a:xfrm>
            <a:off x="304800" y="-571500"/>
            <a:ext cx="7467600" cy="1143000"/>
          </a:xfrm>
        </p:spPr>
        <p:txBody>
          <a:bodyPr/>
          <a:lstStyle/>
          <a:p>
            <a:pPr>
              <a:defRPr/>
            </a:pPr>
            <a:r>
              <a:rPr lang="en-US" dirty="0"/>
              <a:t>Table Continued</a:t>
            </a:r>
          </a:p>
        </p:txBody>
      </p:sp>
      <p:pic>
        <p:nvPicPr>
          <p:cNvPr id="48131" name="Picture 2" descr="Table 1">
            <a:extLst>
              <a:ext uri="{FF2B5EF4-FFF2-40B4-BE49-F238E27FC236}">
                <a16:creationId xmlns:a16="http://schemas.microsoft.com/office/drawing/2014/main" id="{FED622E8-379C-4401-B74A-DCA64BC59E18}"/>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t="47743" b="13608"/>
          <a:stretch>
            <a:fillRect/>
          </a:stretch>
        </p:blipFill>
        <p:spPr>
          <a:xfrm>
            <a:off x="381000" y="1066800"/>
            <a:ext cx="8231188" cy="5284788"/>
          </a:xfr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D76AF-E2AE-49C8-9D6B-7D426E7CB1E1}"/>
              </a:ext>
            </a:extLst>
          </p:cNvPr>
          <p:cNvSpPr>
            <a:spLocks noGrp="1"/>
          </p:cNvSpPr>
          <p:nvPr>
            <p:ph type="title"/>
          </p:nvPr>
        </p:nvSpPr>
        <p:spPr/>
        <p:txBody>
          <a:bodyPr>
            <a:noAutofit/>
          </a:bodyPr>
          <a:lstStyle/>
          <a:p>
            <a:pPr>
              <a:defRPr/>
            </a:pPr>
            <a:r>
              <a:rPr lang="en-US" sz="3200" dirty="0">
                <a:effectLst>
                  <a:outerShdw blurRad="50800" dist="38100" dir="2700000" algn="tl" rotWithShape="0">
                    <a:prstClr val="black">
                      <a:alpha val="40000"/>
                    </a:prstClr>
                  </a:outerShdw>
                </a:effectLst>
              </a:rPr>
              <a:t>early pandemic H1N1: </a:t>
            </a:r>
            <a:br>
              <a:rPr lang="en-US" sz="3200" dirty="0">
                <a:effectLst>
                  <a:outerShdw blurRad="50800" dist="38100" dir="2700000" algn="tl" rotWithShape="0">
                    <a:prstClr val="black">
                      <a:alpha val="40000"/>
                    </a:prstClr>
                  </a:outerShdw>
                </a:effectLst>
              </a:rPr>
            </a:br>
            <a:r>
              <a:rPr lang="en-US" sz="3200" dirty="0">
                <a:effectLst>
                  <a:outerShdw blurRad="50800" dist="38100" dir="2700000" algn="tl" rotWithShape="0">
                    <a:prstClr val="black">
                      <a:alpha val="40000"/>
                    </a:prstClr>
                  </a:outerShdw>
                </a:effectLst>
              </a:rPr>
              <a:t>April – July 2009</a:t>
            </a:r>
          </a:p>
        </p:txBody>
      </p:sp>
      <p:pic>
        <p:nvPicPr>
          <p:cNvPr id="49155" name="Picture 2">
            <a:extLst>
              <a:ext uri="{FF2B5EF4-FFF2-40B4-BE49-F238E27FC236}">
                <a16:creationId xmlns:a16="http://schemas.microsoft.com/office/drawing/2014/main" id="{F643FC48-1C68-4D96-AAD5-DF67D7A022B5}"/>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914400" y="1727200"/>
            <a:ext cx="7772400" cy="4013200"/>
          </a:xfrm>
        </p:spPr>
      </p:pic>
      <p:sp>
        <p:nvSpPr>
          <p:cNvPr id="5" name="Rectangle 4">
            <a:extLst>
              <a:ext uri="{FF2B5EF4-FFF2-40B4-BE49-F238E27FC236}">
                <a16:creationId xmlns:a16="http://schemas.microsoft.com/office/drawing/2014/main" id="{95259203-E1F2-44C4-A60E-E2AE838BF59D}"/>
              </a:ext>
            </a:extLst>
          </p:cNvPr>
          <p:cNvSpPr/>
          <p:nvPr/>
        </p:nvSpPr>
        <p:spPr>
          <a:xfrm>
            <a:off x="609600" y="6400800"/>
            <a:ext cx="7924800" cy="415925"/>
          </a:xfrm>
          <a:prstGeom prst="rect">
            <a:avLst/>
          </a:prstGeom>
        </p:spPr>
        <p:txBody>
          <a:bodyPr>
            <a:spAutoFit/>
          </a:bodyPr>
          <a:lstStyle/>
          <a:p>
            <a:pPr algn="just" eaLnBrk="1" hangingPunct="1">
              <a:defRPr/>
            </a:pPr>
            <a:r>
              <a:rPr lang="en-US" sz="1050" dirty="0"/>
              <a:t>Reed C, </a:t>
            </a:r>
            <a:r>
              <a:rPr lang="en-US" sz="1050" dirty="0" err="1"/>
              <a:t>Angulo</a:t>
            </a:r>
            <a:r>
              <a:rPr lang="en-US" sz="1050" dirty="0"/>
              <a:t> FJ, </a:t>
            </a:r>
            <a:r>
              <a:rPr lang="en-US" sz="1050" dirty="0" err="1"/>
              <a:t>Swerdlow</a:t>
            </a:r>
            <a:r>
              <a:rPr lang="en-US" sz="1050" dirty="0"/>
              <a:t> DL, </a:t>
            </a:r>
            <a:r>
              <a:rPr lang="en-US" sz="1050" dirty="0" err="1"/>
              <a:t>Lipsitch</a:t>
            </a:r>
            <a:r>
              <a:rPr lang="en-US" sz="1050" dirty="0"/>
              <a:t> M, Meltzer MI, Jernigan D, et al. Estimates of the prevalence of pandemic (H1N1) 2009, United States, April–July 2009. </a:t>
            </a:r>
            <a:r>
              <a:rPr lang="en-US" sz="1050" i="1" dirty="0" err="1"/>
              <a:t>Emerg</a:t>
            </a:r>
            <a:r>
              <a:rPr lang="en-US" sz="1050" i="1" dirty="0"/>
              <a:t> Infect Dis. </a:t>
            </a:r>
            <a:r>
              <a:rPr lang="en-US" sz="1050" b="1" dirty="0"/>
              <a:t>15</a:t>
            </a:r>
            <a:r>
              <a:rPr lang="en-US" sz="1050" dirty="0"/>
              <a:t> (12): 2004-7.</a:t>
            </a:r>
          </a:p>
        </p:txBody>
      </p:sp>
      <p:sp>
        <p:nvSpPr>
          <p:cNvPr id="6" name="Rectangle 5">
            <a:extLst>
              <a:ext uri="{FF2B5EF4-FFF2-40B4-BE49-F238E27FC236}">
                <a16:creationId xmlns:a16="http://schemas.microsoft.com/office/drawing/2014/main" id="{F54F7A9B-5278-4FF7-85B6-F84A0FA0743E}"/>
              </a:ext>
            </a:extLst>
          </p:cNvPr>
          <p:cNvSpPr/>
          <p:nvPr/>
        </p:nvSpPr>
        <p:spPr>
          <a:xfrm>
            <a:off x="1143000" y="2743200"/>
            <a:ext cx="7315200" cy="152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5FBF1BE1-4F66-4325-AD00-54079D61F117}"/>
              </a:ext>
            </a:extLst>
          </p:cNvPr>
          <p:cNvSpPr/>
          <p:nvPr/>
        </p:nvSpPr>
        <p:spPr>
          <a:xfrm>
            <a:off x="1143000" y="3733800"/>
            <a:ext cx="72390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47942-4B9B-4EB3-BE97-39AB1F760C81}"/>
              </a:ext>
            </a:extLst>
          </p:cNvPr>
          <p:cNvSpPr>
            <a:spLocks noGrp="1"/>
          </p:cNvSpPr>
          <p:nvPr>
            <p:ph type="title"/>
          </p:nvPr>
        </p:nvSpPr>
        <p:spPr/>
        <p:txBody>
          <a:bodyPr/>
          <a:lstStyle/>
          <a:p>
            <a:pPr>
              <a:defRPr/>
            </a:pPr>
            <a:r>
              <a:rPr lang="en-US" dirty="0">
                <a:solidFill>
                  <a:srgbClr val="1508B8"/>
                </a:solidFill>
              </a:rPr>
              <a:t>2009 Pandemic H1N1</a:t>
            </a:r>
          </a:p>
        </p:txBody>
      </p:sp>
      <p:sp>
        <p:nvSpPr>
          <p:cNvPr id="3" name="Content Placeholder 2">
            <a:extLst>
              <a:ext uri="{FF2B5EF4-FFF2-40B4-BE49-F238E27FC236}">
                <a16:creationId xmlns:a16="http://schemas.microsoft.com/office/drawing/2014/main" id="{13A275A7-E1EE-41BA-9C8E-3A561E8BE876}"/>
              </a:ext>
            </a:extLst>
          </p:cNvPr>
          <p:cNvSpPr>
            <a:spLocks noGrp="1"/>
          </p:cNvSpPr>
          <p:nvPr>
            <p:ph idx="1"/>
          </p:nvPr>
        </p:nvSpPr>
        <p:spPr>
          <a:xfrm>
            <a:off x="457200" y="1600200"/>
            <a:ext cx="3886200" cy="4525963"/>
          </a:xfrm>
        </p:spPr>
        <p:txBody>
          <a:bodyPr>
            <a:normAutofit lnSpcReduction="10000"/>
          </a:bodyPr>
          <a:lstStyle/>
          <a:p>
            <a:pPr>
              <a:defRPr/>
            </a:pPr>
            <a:r>
              <a:rPr lang="en-US" dirty="0"/>
              <a:t>2009/H1N1 resulted from the recombination of two viruses (American and Eurasian Swine)</a:t>
            </a:r>
          </a:p>
          <a:p>
            <a:pPr>
              <a:defRPr/>
            </a:pPr>
            <a:r>
              <a:rPr lang="en-US" dirty="0"/>
              <a:t>The American Swine virus was itself a recombinant of three viruses that established itself in 1998</a:t>
            </a:r>
          </a:p>
          <a:p>
            <a:pPr>
              <a:defRPr/>
            </a:pPr>
            <a:r>
              <a:rPr lang="en-US" dirty="0"/>
              <a:t>These viruses are genetically distant from the human seasonal H1N1 (reference strain A/Brisbane/59/07)</a:t>
            </a:r>
          </a:p>
        </p:txBody>
      </p:sp>
      <p:pic>
        <p:nvPicPr>
          <p:cNvPr id="50180" name="Picture 2">
            <a:extLst>
              <a:ext uri="{FF2B5EF4-FFF2-40B4-BE49-F238E27FC236}">
                <a16:creationId xmlns:a16="http://schemas.microsoft.com/office/drawing/2014/main" id="{F3A8DB91-2BBF-41F6-896D-E9A9E19DDF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1600200"/>
            <a:ext cx="3841750"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TextBox 4">
            <a:extLst>
              <a:ext uri="{FF2B5EF4-FFF2-40B4-BE49-F238E27FC236}">
                <a16:creationId xmlns:a16="http://schemas.microsoft.com/office/drawing/2014/main" id="{A217D88D-569F-44B0-AE72-1BB6F55C7CDA}"/>
              </a:ext>
            </a:extLst>
          </p:cNvPr>
          <p:cNvSpPr txBox="1">
            <a:spLocks noChangeArrowheads="1"/>
          </p:cNvSpPr>
          <p:nvPr/>
        </p:nvSpPr>
        <p:spPr bwMode="auto">
          <a:xfrm>
            <a:off x="5410200" y="6246813"/>
            <a:ext cx="3429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a:solidFill>
                  <a:srgbClr val="1508B8"/>
                </a:solidFill>
                <a:latin typeface="Arial" panose="020B0604020202020204" pitchFamily="34" charset="0"/>
              </a:rPr>
              <a:t>A/CA/4/2009</a:t>
            </a:r>
          </a:p>
          <a:p>
            <a:pPr eaLnBrk="1" hangingPunct="1">
              <a:spcBef>
                <a:spcPct val="0"/>
              </a:spcBef>
              <a:buClrTx/>
              <a:buSzTx/>
              <a:buFontTx/>
              <a:buNone/>
            </a:pPr>
            <a:r>
              <a:rPr lang="en-US" altLang="en-US" sz="1800">
                <a:solidFill>
                  <a:srgbClr val="1508B8"/>
                </a:solidFill>
                <a:latin typeface="Arial" panose="020B0604020202020204" pitchFamily="34" charset="0"/>
              </a:rPr>
              <a:t>A/TN/1-560/2009</a:t>
            </a:r>
          </a:p>
        </p:txBody>
      </p:sp>
      <p:sp>
        <p:nvSpPr>
          <p:cNvPr id="50182" name="TextBox 5">
            <a:extLst>
              <a:ext uri="{FF2B5EF4-FFF2-40B4-BE49-F238E27FC236}">
                <a16:creationId xmlns:a16="http://schemas.microsoft.com/office/drawing/2014/main" id="{314186C0-6ABD-457A-94D9-34E1761E6D8A}"/>
              </a:ext>
            </a:extLst>
          </p:cNvPr>
          <p:cNvSpPr txBox="1">
            <a:spLocks noChangeArrowheads="1"/>
          </p:cNvSpPr>
          <p:nvPr/>
        </p:nvSpPr>
        <p:spPr bwMode="auto">
          <a:xfrm>
            <a:off x="4191000" y="3962400"/>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200">
                <a:solidFill>
                  <a:srgbClr val="1508B8"/>
                </a:solidFill>
                <a:latin typeface="Arial" panose="020B0604020202020204" pitchFamily="34" charset="0"/>
              </a:rPr>
              <a:t>A/SW/NC18161/02</a:t>
            </a:r>
          </a:p>
        </p:txBody>
      </p:sp>
      <p:sp>
        <p:nvSpPr>
          <p:cNvPr id="50183" name="TextBox 6">
            <a:extLst>
              <a:ext uri="{FF2B5EF4-FFF2-40B4-BE49-F238E27FC236}">
                <a16:creationId xmlns:a16="http://schemas.microsoft.com/office/drawing/2014/main" id="{A72BD401-4C3F-44F9-A23E-5C605AB9C10D}"/>
              </a:ext>
            </a:extLst>
          </p:cNvPr>
          <p:cNvSpPr txBox="1">
            <a:spLocks noChangeArrowheads="1"/>
          </p:cNvSpPr>
          <p:nvPr/>
        </p:nvSpPr>
        <p:spPr bwMode="auto">
          <a:xfrm>
            <a:off x="7467600" y="2819400"/>
            <a:ext cx="1981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200">
                <a:solidFill>
                  <a:srgbClr val="1508B8"/>
                </a:solidFill>
                <a:latin typeface="Arial" panose="020B0604020202020204" pitchFamily="34" charset="0"/>
              </a:rPr>
              <a:t>A/SW/Italy/13901-2/95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8D3CF9EE-02E0-407B-AAC5-A18A4CA31445}"/>
              </a:ext>
            </a:extLst>
          </p:cNvPr>
          <p:cNvSpPr>
            <a:spLocks noGrp="1" noChangeArrowheads="1"/>
          </p:cNvSpPr>
          <p:nvPr>
            <p:ph type="title"/>
          </p:nvPr>
        </p:nvSpPr>
        <p:spPr>
          <a:xfrm>
            <a:off x="414338" y="188913"/>
            <a:ext cx="8229600" cy="1090612"/>
          </a:xfrm>
        </p:spPr>
        <p:txBody>
          <a:bodyPr>
            <a:noAutofit/>
          </a:bodyPr>
          <a:lstStyle/>
          <a:p>
            <a:pPr eaLnBrk="1" hangingPunct="1">
              <a:defRPr/>
            </a:pPr>
            <a:r>
              <a:rPr lang="en-US" sz="3600" b="1" dirty="0"/>
              <a:t>H1N1 Swine Flu studies: response in human cells</a:t>
            </a:r>
          </a:p>
        </p:txBody>
      </p:sp>
      <p:sp>
        <p:nvSpPr>
          <p:cNvPr id="51203" name="TextBox 11">
            <a:extLst>
              <a:ext uri="{FF2B5EF4-FFF2-40B4-BE49-F238E27FC236}">
                <a16:creationId xmlns:a16="http://schemas.microsoft.com/office/drawing/2014/main" id="{AEEA3D00-CE8F-42B4-ACAD-587D34E52A62}"/>
              </a:ext>
            </a:extLst>
          </p:cNvPr>
          <p:cNvSpPr txBox="1">
            <a:spLocks noChangeArrowheads="1"/>
          </p:cNvSpPr>
          <p:nvPr/>
        </p:nvSpPr>
        <p:spPr bwMode="auto">
          <a:xfrm>
            <a:off x="7369175" y="5894388"/>
            <a:ext cx="1317625"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400">
                <a:latin typeface="Arial" panose="020B0604020202020204" pitchFamily="34" charset="0"/>
              </a:rPr>
              <a:t>EpiAirway</a:t>
            </a:r>
            <a:r>
              <a:rPr lang="en-US" altLang="en-US" sz="1400" baseline="30000">
                <a:latin typeface="Arial" panose="020B0604020202020204" pitchFamily="34" charset="0"/>
              </a:rPr>
              <a:t>TM</a:t>
            </a:r>
            <a:r>
              <a:rPr lang="en-US" altLang="en-US" sz="1400">
                <a:latin typeface="Arial" panose="020B0604020202020204" pitchFamily="34" charset="0"/>
              </a:rPr>
              <a:t>, MatTek</a:t>
            </a:r>
          </a:p>
        </p:txBody>
      </p:sp>
      <p:grpSp>
        <p:nvGrpSpPr>
          <p:cNvPr id="51204" name="Group 22">
            <a:extLst>
              <a:ext uri="{FF2B5EF4-FFF2-40B4-BE49-F238E27FC236}">
                <a16:creationId xmlns:a16="http://schemas.microsoft.com/office/drawing/2014/main" id="{DEA0F573-6741-4D22-9818-CC1C2B52D025}"/>
              </a:ext>
            </a:extLst>
          </p:cNvPr>
          <p:cNvGrpSpPr>
            <a:grpSpLocks/>
          </p:cNvGrpSpPr>
          <p:nvPr/>
        </p:nvGrpSpPr>
        <p:grpSpPr bwMode="auto">
          <a:xfrm>
            <a:off x="4267200" y="1371600"/>
            <a:ext cx="4502150" cy="3746500"/>
            <a:chOff x="3128276" y="2836797"/>
            <a:chExt cx="5195952" cy="3746603"/>
          </a:xfrm>
        </p:grpSpPr>
        <p:pic>
          <p:nvPicPr>
            <p:cNvPr id="51207" name="Picture 4">
              <a:extLst>
                <a:ext uri="{FF2B5EF4-FFF2-40B4-BE49-F238E27FC236}">
                  <a16:creationId xmlns:a16="http://schemas.microsoft.com/office/drawing/2014/main" id="{96FFEFD4-4DEA-4FB9-9AAB-74F54334C85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71205" y="2836797"/>
              <a:ext cx="2353023" cy="965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8" name="Picture 12">
              <a:extLst>
                <a:ext uri="{FF2B5EF4-FFF2-40B4-BE49-F238E27FC236}">
                  <a16:creationId xmlns:a16="http://schemas.microsoft.com/office/drawing/2014/main" id="{F7E2A38F-B03C-4CA4-A0A3-E8DCF1C045F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28276" y="4710134"/>
              <a:ext cx="3343058" cy="187326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21B18315-C455-4920-AEAB-6F4637BA99FE}"/>
                </a:ext>
              </a:extLst>
            </p:cNvPr>
            <p:cNvSpPr/>
            <p:nvPr/>
          </p:nvSpPr>
          <p:spPr>
            <a:xfrm>
              <a:off x="6779734" y="3070166"/>
              <a:ext cx="831792" cy="522301"/>
            </a:xfrm>
            <a:prstGeom prst="rect">
              <a:avLst/>
            </a:prstGeom>
            <a:noFill/>
            <a:ln w="28575" cmpd="sng">
              <a:solidFill>
                <a:schemeClr val="tx1"/>
              </a:solidFill>
              <a:prstDash val="dash"/>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cxnSp>
          <p:nvCxnSpPr>
            <p:cNvPr id="18" name="Straight Connector 17">
              <a:extLst>
                <a:ext uri="{FF2B5EF4-FFF2-40B4-BE49-F238E27FC236}">
                  <a16:creationId xmlns:a16="http://schemas.microsoft.com/office/drawing/2014/main" id="{519A6F33-190C-4829-87BF-4D74DAF9176E}"/>
                </a:ext>
              </a:extLst>
            </p:cNvPr>
            <p:cNvCxnSpPr/>
            <p:nvPr/>
          </p:nvCxnSpPr>
          <p:spPr>
            <a:xfrm rot="10800000" flipV="1">
              <a:off x="3128276" y="3070166"/>
              <a:ext cx="3651458" cy="1639932"/>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0652B7F8-6FCB-4F11-A640-5E107A4ED2E9}"/>
                </a:ext>
              </a:extLst>
            </p:cNvPr>
            <p:cNvCxnSpPr/>
            <p:nvPr/>
          </p:nvCxnSpPr>
          <p:spPr>
            <a:xfrm rot="5400000">
              <a:off x="5546264" y="4518138"/>
              <a:ext cx="2990932" cy="1139592"/>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grpSp>
      <p:sp>
        <p:nvSpPr>
          <p:cNvPr id="22" name="TextBox 21">
            <a:extLst>
              <a:ext uri="{FF2B5EF4-FFF2-40B4-BE49-F238E27FC236}">
                <a16:creationId xmlns:a16="http://schemas.microsoft.com/office/drawing/2014/main" id="{44C0E564-0CD9-4460-A980-FB4B46E314D7}"/>
              </a:ext>
            </a:extLst>
          </p:cNvPr>
          <p:cNvSpPr txBox="1"/>
          <p:nvPr/>
        </p:nvSpPr>
        <p:spPr>
          <a:xfrm>
            <a:off x="914400" y="1371600"/>
            <a:ext cx="3200400" cy="3694113"/>
          </a:xfrm>
          <a:prstGeom prst="rect">
            <a:avLst/>
          </a:prstGeom>
          <a:noFill/>
        </p:spPr>
        <p:txBody>
          <a:bodyPr>
            <a:spAutoFit/>
          </a:bodyPr>
          <a:lstStyle/>
          <a:p>
            <a:pPr eaLnBrk="1" hangingPunct="1">
              <a:spcAft>
                <a:spcPts val="1200"/>
              </a:spcAft>
              <a:defRPr/>
            </a:pPr>
            <a:r>
              <a:rPr lang="en-US" dirty="0">
                <a:latin typeface="Calibri"/>
                <a:cs typeface="Calibri"/>
              </a:rPr>
              <a:t>Measures:</a:t>
            </a:r>
          </a:p>
          <a:p>
            <a:pPr marL="114300" indent="-114300" eaLnBrk="1" hangingPunct="1">
              <a:spcAft>
                <a:spcPts val="1200"/>
              </a:spcAft>
              <a:buFont typeface="Arial"/>
              <a:buChar char="•"/>
              <a:defRPr/>
            </a:pPr>
            <a:r>
              <a:rPr lang="en-US" sz="1600" dirty="0">
                <a:latin typeface="Calibri"/>
                <a:cs typeface="Calibri"/>
              </a:rPr>
              <a:t>Infectivity and growth of virus (TCID</a:t>
            </a:r>
            <a:r>
              <a:rPr lang="en-US" sz="1600" baseline="-25000" dirty="0">
                <a:latin typeface="Calibri"/>
                <a:cs typeface="Calibri"/>
              </a:rPr>
              <a:t>50</a:t>
            </a:r>
            <a:r>
              <a:rPr lang="en-US" sz="1600" dirty="0">
                <a:latin typeface="Calibri"/>
                <a:cs typeface="Calibri"/>
              </a:rPr>
              <a:t>, immunofluorescence)</a:t>
            </a:r>
          </a:p>
          <a:p>
            <a:pPr marL="114300" indent="-114300" eaLnBrk="1" hangingPunct="1">
              <a:spcAft>
                <a:spcPts val="1200"/>
              </a:spcAft>
              <a:buFont typeface="Arial"/>
              <a:buChar char="•"/>
              <a:defRPr/>
            </a:pPr>
            <a:r>
              <a:rPr lang="en-US" sz="1600" dirty="0">
                <a:latin typeface="Calibri"/>
                <a:cs typeface="Calibri"/>
              </a:rPr>
              <a:t>Secretion of inflammatory mediators from apical and basolateral surfaces (multiplexed immunoassay)</a:t>
            </a:r>
          </a:p>
          <a:p>
            <a:pPr marL="114300" indent="-114300" eaLnBrk="1" hangingPunct="1">
              <a:spcAft>
                <a:spcPts val="1200"/>
              </a:spcAft>
              <a:buFont typeface="Arial"/>
              <a:buChar char="•"/>
              <a:defRPr/>
            </a:pPr>
            <a:r>
              <a:rPr lang="en-US" sz="1600" dirty="0">
                <a:latin typeface="Calibri"/>
                <a:cs typeface="Calibri"/>
              </a:rPr>
              <a:t>Transcriptional response over the first 24 hours (Exon arrays, </a:t>
            </a:r>
            <a:r>
              <a:rPr lang="en-US" sz="1600" dirty="0" err="1">
                <a:latin typeface="Calibri"/>
                <a:cs typeface="Calibri"/>
              </a:rPr>
              <a:t>fluidigm</a:t>
            </a:r>
            <a:r>
              <a:rPr lang="en-US" sz="1600" dirty="0">
                <a:latin typeface="Calibri"/>
                <a:cs typeface="Calibri"/>
              </a:rPr>
              <a:t> analysis)</a:t>
            </a:r>
          </a:p>
          <a:p>
            <a:pPr marL="114300" indent="-114300" eaLnBrk="1" hangingPunct="1">
              <a:spcAft>
                <a:spcPts val="1200"/>
              </a:spcAft>
              <a:buFont typeface="Arial"/>
              <a:buChar char="•"/>
              <a:defRPr/>
            </a:pPr>
            <a:r>
              <a:rPr lang="en-US" sz="1600" dirty="0">
                <a:latin typeface="Calibri"/>
                <a:cs typeface="Calibri"/>
              </a:rPr>
              <a:t>Confirm results by “swapped viruses” made by reverse genetics</a:t>
            </a:r>
          </a:p>
        </p:txBody>
      </p:sp>
      <p:sp>
        <p:nvSpPr>
          <p:cNvPr id="51206" name="TextBox 13">
            <a:extLst>
              <a:ext uri="{FF2B5EF4-FFF2-40B4-BE49-F238E27FC236}">
                <a16:creationId xmlns:a16="http://schemas.microsoft.com/office/drawing/2014/main" id="{A21BE8C6-A16B-4D74-A7D0-0FEB82A294EC}"/>
              </a:ext>
            </a:extLst>
          </p:cNvPr>
          <p:cNvSpPr txBox="1">
            <a:spLocks noChangeArrowheads="1"/>
          </p:cNvSpPr>
          <p:nvPr/>
        </p:nvSpPr>
        <p:spPr bwMode="auto">
          <a:xfrm>
            <a:off x="0" y="6581775"/>
            <a:ext cx="3032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200">
                <a:latin typeface="Arial" panose="020B0604020202020204" pitchFamily="34" charset="0"/>
              </a:rPr>
              <a:t>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85059-7017-4203-8BC2-FD033DAAA2B0}"/>
              </a:ext>
            </a:extLst>
          </p:cNvPr>
          <p:cNvSpPr>
            <a:spLocks noGrp="1"/>
          </p:cNvSpPr>
          <p:nvPr>
            <p:ph type="title"/>
          </p:nvPr>
        </p:nvSpPr>
        <p:spPr>
          <a:xfrm>
            <a:off x="457200" y="0"/>
            <a:ext cx="8229600" cy="1143000"/>
          </a:xfrm>
        </p:spPr>
        <p:txBody>
          <a:bodyPr/>
          <a:lstStyle/>
          <a:p>
            <a:pPr>
              <a:defRPr/>
            </a:pPr>
            <a:r>
              <a:rPr lang="en-US" sz="3600" b="1" dirty="0"/>
              <a:t>Viral growth kinetics in HAE cells</a:t>
            </a:r>
          </a:p>
        </p:txBody>
      </p:sp>
      <p:sp>
        <p:nvSpPr>
          <p:cNvPr id="52227" name="TextBox 2">
            <a:extLst>
              <a:ext uri="{FF2B5EF4-FFF2-40B4-BE49-F238E27FC236}">
                <a16:creationId xmlns:a16="http://schemas.microsoft.com/office/drawing/2014/main" id="{302537D2-92FB-4B20-AAD7-4218220B8239}"/>
              </a:ext>
            </a:extLst>
          </p:cNvPr>
          <p:cNvSpPr txBox="1">
            <a:spLocks noChangeArrowheads="1"/>
          </p:cNvSpPr>
          <p:nvPr/>
        </p:nvSpPr>
        <p:spPr bwMode="auto">
          <a:xfrm>
            <a:off x="990600" y="5999163"/>
            <a:ext cx="10588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a:latin typeface="Calibri" panose="020F0502020204030204" pitchFamily="34" charset="0"/>
                <a:cs typeface="Calibri" panose="020F0502020204030204" pitchFamily="34" charset="0"/>
              </a:rPr>
              <a:t>0.01 moi </a:t>
            </a:r>
          </a:p>
        </p:txBody>
      </p:sp>
      <p:pic>
        <p:nvPicPr>
          <p:cNvPr id="52228" name="Picture 4">
            <a:extLst>
              <a:ext uri="{FF2B5EF4-FFF2-40B4-BE49-F238E27FC236}">
                <a16:creationId xmlns:a16="http://schemas.microsoft.com/office/drawing/2014/main" id="{863C5907-4238-403C-8EEB-C80863D3B8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2840" r="52438" b="31635"/>
          <a:stretch>
            <a:fillRect/>
          </a:stretch>
        </p:blipFill>
        <p:spPr bwMode="auto">
          <a:xfrm>
            <a:off x="727075" y="1131888"/>
            <a:ext cx="4419600" cy="305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a:extLst>
              <a:ext uri="{FF2B5EF4-FFF2-40B4-BE49-F238E27FC236}">
                <a16:creationId xmlns:a16="http://schemas.microsoft.com/office/drawing/2014/main" id="{367E5B8C-30BC-4ECB-8131-FCA3C62F0A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7453" t="32840" r="250" b="31635"/>
          <a:stretch>
            <a:fillRect/>
          </a:stretch>
        </p:blipFill>
        <p:spPr bwMode="auto">
          <a:xfrm>
            <a:off x="650875" y="3581400"/>
            <a:ext cx="4598988"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72DF8163-95A3-4BE4-93F0-FCA1FCF417EF}"/>
              </a:ext>
            </a:extLst>
          </p:cNvPr>
          <p:cNvSpPr txBox="1">
            <a:spLocks noChangeArrowheads="1"/>
          </p:cNvSpPr>
          <p:nvPr/>
        </p:nvSpPr>
        <p:spPr bwMode="auto">
          <a:xfrm>
            <a:off x="5029200" y="4495800"/>
            <a:ext cx="1905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a:latin typeface="Arial" panose="020B0604020202020204" pitchFamily="34" charset="0"/>
              </a:rPr>
              <a:t>All continued shedding from healthy monolayers for &gt;3 weeks </a:t>
            </a:r>
          </a:p>
        </p:txBody>
      </p:sp>
      <p:pic>
        <p:nvPicPr>
          <p:cNvPr id="12" name="Picture 4">
            <a:extLst>
              <a:ext uri="{FF2B5EF4-FFF2-40B4-BE49-F238E27FC236}">
                <a16:creationId xmlns:a16="http://schemas.microsoft.com/office/drawing/2014/main" id="{E5DA7A91-5511-4867-8D0C-071C4B18B1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7931" t="66597" r="4507" b="-4642"/>
          <a:stretch>
            <a:fillRect/>
          </a:stretch>
        </p:blipFill>
        <p:spPr bwMode="auto">
          <a:xfrm>
            <a:off x="4648200" y="1295400"/>
            <a:ext cx="44196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2" name="TextBox 12">
            <a:extLst>
              <a:ext uri="{FF2B5EF4-FFF2-40B4-BE49-F238E27FC236}">
                <a16:creationId xmlns:a16="http://schemas.microsoft.com/office/drawing/2014/main" id="{DD7975AE-535B-433C-AB02-BE0C7C080D4D}"/>
              </a:ext>
            </a:extLst>
          </p:cNvPr>
          <p:cNvSpPr txBox="1">
            <a:spLocks noChangeArrowheads="1"/>
          </p:cNvSpPr>
          <p:nvPr/>
        </p:nvSpPr>
        <p:spPr bwMode="auto">
          <a:xfrm>
            <a:off x="2133600" y="1143000"/>
            <a:ext cx="198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a:latin typeface="Arial" panose="020B0604020202020204" pitchFamily="34" charset="0"/>
              </a:rPr>
              <a:t>Human primary</a:t>
            </a:r>
          </a:p>
        </p:txBody>
      </p:sp>
      <p:sp>
        <p:nvSpPr>
          <p:cNvPr id="14" name="TextBox 13">
            <a:extLst>
              <a:ext uri="{FF2B5EF4-FFF2-40B4-BE49-F238E27FC236}">
                <a16:creationId xmlns:a16="http://schemas.microsoft.com/office/drawing/2014/main" id="{41147962-CDFB-4750-B14E-3A8A80A63520}"/>
              </a:ext>
            </a:extLst>
          </p:cNvPr>
          <p:cNvSpPr txBox="1">
            <a:spLocks noChangeArrowheads="1"/>
          </p:cNvSpPr>
          <p:nvPr/>
        </p:nvSpPr>
        <p:spPr bwMode="auto">
          <a:xfrm>
            <a:off x="2057400" y="3810000"/>
            <a:ext cx="198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a:latin typeface="Arial" panose="020B0604020202020204" pitchFamily="34" charset="0"/>
              </a:rPr>
              <a:t>Human primary</a:t>
            </a:r>
          </a:p>
        </p:txBody>
      </p:sp>
      <p:sp>
        <p:nvSpPr>
          <p:cNvPr id="15" name="TextBox 14">
            <a:extLst>
              <a:ext uri="{FF2B5EF4-FFF2-40B4-BE49-F238E27FC236}">
                <a16:creationId xmlns:a16="http://schemas.microsoft.com/office/drawing/2014/main" id="{219FEFD5-088B-42B1-9B90-081E7D58DEE6}"/>
              </a:ext>
            </a:extLst>
          </p:cNvPr>
          <p:cNvSpPr txBox="1">
            <a:spLocks noChangeArrowheads="1"/>
          </p:cNvSpPr>
          <p:nvPr/>
        </p:nvSpPr>
        <p:spPr bwMode="auto">
          <a:xfrm>
            <a:off x="6096000" y="1143000"/>
            <a:ext cx="198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a:latin typeface="Arial" panose="020B0604020202020204" pitchFamily="34" charset="0"/>
              </a:rPr>
              <a:t>Swine primary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4">
            <a:extLst>
              <a:ext uri="{FF2B5EF4-FFF2-40B4-BE49-F238E27FC236}">
                <a16:creationId xmlns:a16="http://schemas.microsoft.com/office/drawing/2014/main" id="{21B6B37F-7EF4-4BDF-AC61-681E7CAE00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4550" y="1185863"/>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1" name="Picture 5">
            <a:extLst>
              <a:ext uri="{FF2B5EF4-FFF2-40B4-BE49-F238E27FC236}">
                <a16:creationId xmlns:a16="http://schemas.microsoft.com/office/drawing/2014/main" id="{32E4E4AB-C8C2-4F2C-A272-3389C83CBE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875" y="1185863"/>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2" name="Picture 6">
            <a:extLst>
              <a:ext uri="{FF2B5EF4-FFF2-40B4-BE49-F238E27FC236}">
                <a16:creationId xmlns:a16="http://schemas.microsoft.com/office/drawing/2014/main" id="{3198B4F5-1EAB-4EA2-AA82-2936DFA35D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6513" y="3605213"/>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3" name="Picture 9">
            <a:extLst>
              <a:ext uri="{FF2B5EF4-FFF2-40B4-BE49-F238E27FC236}">
                <a16:creationId xmlns:a16="http://schemas.microsoft.com/office/drawing/2014/main" id="{D80A9F91-B15E-4E77-BAD5-FB6470CF9F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29025" y="3605213"/>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4" name="Picture 10">
            <a:extLst>
              <a:ext uri="{FF2B5EF4-FFF2-40B4-BE49-F238E27FC236}">
                <a16:creationId xmlns:a16="http://schemas.microsoft.com/office/drawing/2014/main" id="{A875A3F3-65A3-4239-BBD3-AB382A8AD74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213" y="1185863"/>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FAEB60D2-CEDC-4BC3-BB76-5A2EF9ED24CB}"/>
              </a:ext>
            </a:extLst>
          </p:cNvPr>
          <p:cNvSpPr txBox="1"/>
          <p:nvPr/>
        </p:nvSpPr>
        <p:spPr>
          <a:xfrm>
            <a:off x="1338263" y="3154363"/>
            <a:ext cx="1090612" cy="307975"/>
          </a:xfrm>
          <a:prstGeom prst="rect">
            <a:avLst/>
          </a:prstGeom>
          <a:noFill/>
        </p:spPr>
        <p:txBody>
          <a:bodyPr wrap="none">
            <a:spAutoFit/>
          </a:bodyPr>
          <a:lstStyle/>
          <a:p>
            <a:pPr eaLnBrk="1" hangingPunct="1">
              <a:defRPr/>
            </a:pPr>
            <a:r>
              <a:rPr lang="en-US" sz="1400" b="1" dirty="0">
                <a:solidFill>
                  <a:schemeClr val="bg1">
                    <a:lumMod val="95000"/>
                  </a:schemeClr>
                </a:solidFill>
              </a:rPr>
              <a:t>CA/04/2009</a:t>
            </a:r>
          </a:p>
        </p:txBody>
      </p:sp>
      <p:sp>
        <p:nvSpPr>
          <p:cNvPr id="12" name="TextBox 11">
            <a:extLst>
              <a:ext uri="{FF2B5EF4-FFF2-40B4-BE49-F238E27FC236}">
                <a16:creationId xmlns:a16="http://schemas.microsoft.com/office/drawing/2014/main" id="{C2DEF0B5-1D4F-44DF-8EBC-ABDA4CF59B33}"/>
              </a:ext>
            </a:extLst>
          </p:cNvPr>
          <p:cNvSpPr txBox="1"/>
          <p:nvPr/>
        </p:nvSpPr>
        <p:spPr>
          <a:xfrm>
            <a:off x="3592513" y="3163888"/>
            <a:ext cx="1330325" cy="307975"/>
          </a:xfrm>
          <a:prstGeom prst="rect">
            <a:avLst/>
          </a:prstGeom>
          <a:noFill/>
        </p:spPr>
        <p:txBody>
          <a:bodyPr wrap="none">
            <a:spAutoFit/>
          </a:bodyPr>
          <a:lstStyle/>
          <a:p>
            <a:pPr eaLnBrk="1" hangingPunct="1">
              <a:defRPr/>
            </a:pPr>
            <a:r>
              <a:rPr lang="en-US" sz="1400" b="1" dirty="0">
                <a:solidFill>
                  <a:schemeClr val="bg1">
                    <a:lumMod val="95000"/>
                  </a:schemeClr>
                </a:solidFill>
              </a:rPr>
              <a:t>TN/1-560/2009</a:t>
            </a:r>
          </a:p>
        </p:txBody>
      </p:sp>
      <p:sp>
        <p:nvSpPr>
          <p:cNvPr id="13" name="TextBox 12">
            <a:extLst>
              <a:ext uri="{FF2B5EF4-FFF2-40B4-BE49-F238E27FC236}">
                <a16:creationId xmlns:a16="http://schemas.microsoft.com/office/drawing/2014/main" id="{626AE88F-60A5-41FC-A4E6-03D7942505BD}"/>
              </a:ext>
            </a:extLst>
          </p:cNvPr>
          <p:cNvSpPr txBox="1"/>
          <p:nvPr/>
        </p:nvSpPr>
        <p:spPr>
          <a:xfrm>
            <a:off x="5913438" y="3163888"/>
            <a:ext cx="839787" cy="307975"/>
          </a:xfrm>
          <a:prstGeom prst="rect">
            <a:avLst/>
          </a:prstGeom>
          <a:noFill/>
        </p:spPr>
        <p:txBody>
          <a:bodyPr wrap="none">
            <a:spAutoFit/>
          </a:bodyPr>
          <a:lstStyle/>
          <a:p>
            <a:pPr eaLnBrk="1" hangingPunct="1">
              <a:defRPr/>
            </a:pPr>
            <a:r>
              <a:rPr lang="en-US" sz="1400" b="1" dirty="0">
                <a:solidFill>
                  <a:schemeClr val="bg1">
                    <a:lumMod val="95000"/>
                  </a:schemeClr>
                </a:solidFill>
              </a:rPr>
              <a:t>NC/2002</a:t>
            </a:r>
          </a:p>
        </p:txBody>
      </p:sp>
      <p:sp>
        <p:nvSpPr>
          <p:cNvPr id="14" name="TextBox 13">
            <a:extLst>
              <a:ext uri="{FF2B5EF4-FFF2-40B4-BE49-F238E27FC236}">
                <a16:creationId xmlns:a16="http://schemas.microsoft.com/office/drawing/2014/main" id="{D6326B94-5EA7-45A1-A9B3-78E5BCF870C5}"/>
              </a:ext>
            </a:extLst>
          </p:cNvPr>
          <p:cNvSpPr txBox="1"/>
          <p:nvPr/>
        </p:nvSpPr>
        <p:spPr>
          <a:xfrm>
            <a:off x="1308100" y="5583238"/>
            <a:ext cx="954088" cy="307975"/>
          </a:xfrm>
          <a:prstGeom prst="rect">
            <a:avLst/>
          </a:prstGeom>
          <a:noFill/>
        </p:spPr>
        <p:txBody>
          <a:bodyPr wrap="none">
            <a:spAutoFit/>
          </a:bodyPr>
          <a:lstStyle/>
          <a:p>
            <a:pPr eaLnBrk="1" hangingPunct="1">
              <a:defRPr/>
            </a:pPr>
            <a:r>
              <a:rPr lang="en-US" sz="1400" b="1" dirty="0">
                <a:solidFill>
                  <a:schemeClr val="bg1">
                    <a:lumMod val="95000"/>
                  </a:schemeClr>
                </a:solidFill>
              </a:rPr>
              <a:t>Italy/1995</a:t>
            </a:r>
          </a:p>
        </p:txBody>
      </p:sp>
      <p:sp>
        <p:nvSpPr>
          <p:cNvPr id="15" name="TextBox 14">
            <a:extLst>
              <a:ext uri="{FF2B5EF4-FFF2-40B4-BE49-F238E27FC236}">
                <a16:creationId xmlns:a16="http://schemas.microsoft.com/office/drawing/2014/main" id="{D7B7377A-B41B-49C4-A975-0768973513E6}"/>
              </a:ext>
            </a:extLst>
          </p:cNvPr>
          <p:cNvSpPr txBox="1"/>
          <p:nvPr/>
        </p:nvSpPr>
        <p:spPr>
          <a:xfrm>
            <a:off x="3597275" y="5583238"/>
            <a:ext cx="1279525" cy="307975"/>
          </a:xfrm>
          <a:prstGeom prst="rect">
            <a:avLst/>
          </a:prstGeom>
          <a:noFill/>
        </p:spPr>
        <p:txBody>
          <a:bodyPr wrap="none">
            <a:spAutoFit/>
          </a:bodyPr>
          <a:lstStyle/>
          <a:p>
            <a:pPr eaLnBrk="1" hangingPunct="1">
              <a:defRPr/>
            </a:pPr>
            <a:r>
              <a:rPr lang="en-US" sz="1400" b="1" dirty="0">
                <a:solidFill>
                  <a:schemeClr val="bg1">
                    <a:lumMod val="95000"/>
                  </a:schemeClr>
                </a:solidFill>
              </a:rPr>
              <a:t>Brisbane/2007</a:t>
            </a:r>
          </a:p>
        </p:txBody>
      </p:sp>
      <p:sp>
        <p:nvSpPr>
          <p:cNvPr id="53260" name="TextBox 16">
            <a:extLst>
              <a:ext uri="{FF2B5EF4-FFF2-40B4-BE49-F238E27FC236}">
                <a16:creationId xmlns:a16="http://schemas.microsoft.com/office/drawing/2014/main" id="{270F34DE-E62D-43E0-8359-F99802E23ACB}"/>
              </a:ext>
            </a:extLst>
          </p:cNvPr>
          <p:cNvSpPr txBox="1">
            <a:spLocks noChangeArrowheads="1"/>
          </p:cNvSpPr>
          <p:nvPr/>
        </p:nvSpPr>
        <p:spPr bwMode="auto">
          <a:xfrm>
            <a:off x="3281363" y="6138863"/>
            <a:ext cx="25860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600" b="1">
                <a:latin typeface="Calibri" panose="020F0502020204030204" pitchFamily="34" charset="0"/>
                <a:cs typeface="Calibri" panose="020F0502020204030204" pitchFamily="34" charset="0"/>
              </a:rPr>
              <a:t>8 hr post infection- 0.01 moi</a:t>
            </a:r>
          </a:p>
        </p:txBody>
      </p:sp>
      <p:sp>
        <p:nvSpPr>
          <p:cNvPr id="53261" name="TextBox 27">
            <a:extLst>
              <a:ext uri="{FF2B5EF4-FFF2-40B4-BE49-F238E27FC236}">
                <a16:creationId xmlns:a16="http://schemas.microsoft.com/office/drawing/2014/main" id="{AB4DB65B-D2D7-40E8-BA87-7E4C09F0F1E5}"/>
              </a:ext>
            </a:extLst>
          </p:cNvPr>
          <p:cNvSpPr txBox="1">
            <a:spLocks noChangeArrowheads="1"/>
          </p:cNvSpPr>
          <p:nvPr/>
        </p:nvSpPr>
        <p:spPr bwMode="auto">
          <a:xfrm>
            <a:off x="6172200" y="4462463"/>
            <a:ext cx="2430463"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b="1">
                <a:solidFill>
                  <a:srgbClr val="008000"/>
                </a:solidFill>
                <a:latin typeface="Calibri" panose="020F0502020204030204" pitchFamily="34" charset="0"/>
                <a:cs typeface="Calibri" panose="020F0502020204030204" pitchFamily="34" charset="0"/>
              </a:rPr>
              <a:t>influenza NP</a:t>
            </a:r>
          </a:p>
          <a:p>
            <a:pPr eaLnBrk="1" hangingPunct="1">
              <a:spcBef>
                <a:spcPct val="0"/>
              </a:spcBef>
              <a:buClrTx/>
              <a:buSzTx/>
              <a:buFontTx/>
              <a:buNone/>
            </a:pPr>
            <a:r>
              <a:rPr lang="en-US" altLang="en-US" sz="1800" b="1">
                <a:solidFill>
                  <a:srgbClr val="0000FF"/>
                </a:solidFill>
                <a:latin typeface="Calibri" panose="020F0502020204030204" pitchFamily="34" charset="0"/>
                <a:cs typeface="Calibri" panose="020F0502020204030204" pitchFamily="34" charset="0"/>
              </a:rPr>
              <a:t>DAPI (nucleus)</a:t>
            </a:r>
          </a:p>
          <a:p>
            <a:pPr eaLnBrk="1" hangingPunct="1">
              <a:spcBef>
                <a:spcPct val="0"/>
              </a:spcBef>
              <a:buClrTx/>
              <a:buSzTx/>
              <a:buFontTx/>
              <a:buNone/>
            </a:pPr>
            <a:r>
              <a:rPr lang="en-US" altLang="en-US" sz="1800" b="1">
                <a:solidFill>
                  <a:srgbClr val="FF0000"/>
                </a:solidFill>
                <a:latin typeface="Calibri" panose="020F0502020204030204" pitchFamily="34" charset="0"/>
                <a:cs typeface="Calibri" panose="020F0502020204030204" pitchFamily="34" charset="0"/>
              </a:rPr>
              <a:t>ZO-1 (tight-junctions)</a:t>
            </a:r>
          </a:p>
        </p:txBody>
      </p:sp>
      <p:sp>
        <p:nvSpPr>
          <p:cNvPr id="16" name="Title 1">
            <a:extLst>
              <a:ext uri="{FF2B5EF4-FFF2-40B4-BE49-F238E27FC236}">
                <a16:creationId xmlns:a16="http://schemas.microsoft.com/office/drawing/2014/main" id="{40F49D89-AC2F-4F1F-AF1B-E67322B3AF10}"/>
              </a:ext>
            </a:extLst>
          </p:cNvPr>
          <p:cNvSpPr txBox="1">
            <a:spLocks/>
          </p:cNvSpPr>
          <p:nvPr/>
        </p:nvSpPr>
        <p:spPr>
          <a:xfrm>
            <a:off x="457200" y="0"/>
            <a:ext cx="8229600" cy="1143000"/>
          </a:xfrm>
          <a:prstGeom prst="rect">
            <a:avLst/>
          </a:prstGeom>
        </p:spPr>
        <p:txBody>
          <a:bodyPr>
            <a:normAutofit fontScale="925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pPr>
              <a:defRPr/>
            </a:pPr>
            <a:r>
              <a:rPr lang="en-US" sz="3600" b="1" dirty="0">
                <a:effectLst/>
              </a:rPr>
              <a:t>Influenza NP detection in 3D HAE cultures</a:t>
            </a:r>
          </a:p>
          <a:p>
            <a:pPr>
              <a:defRPr/>
            </a:pPr>
            <a:r>
              <a:rPr lang="en-US" sz="3600" b="1" dirty="0">
                <a:effectLst/>
              </a:rPr>
              <a:t>viral growth kinetics in HAE cells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C6C100-4142-49AC-8EDF-EE560A7945B8}"/>
              </a:ext>
            </a:extLst>
          </p:cNvPr>
          <p:cNvSpPr>
            <a:spLocks noGrp="1"/>
          </p:cNvSpPr>
          <p:nvPr>
            <p:ph type="title"/>
          </p:nvPr>
        </p:nvSpPr>
        <p:spPr>
          <a:xfrm>
            <a:off x="457200" y="381000"/>
            <a:ext cx="8229600" cy="1143000"/>
          </a:xfrm>
        </p:spPr>
        <p:txBody>
          <a:bodyPr>
            <a:noAutofit/>
          </a:bodyPr>
          <a:lstStyle/>
          <a:p>
            <a:pPr>
              <a:defRPr/>
            </a:pPr>
            <a:r>
              <a:rPr lang="en-US" sz="3600" b="1" dirty="0"/>
              <a:t>More rapid colonization of culture by Pandemic and </a:t>
            </a:r>
            <a:r>
              <a:rPr lang="en-US" sz="3600" b="1" dirty="0" err="1"/>
              <a:t>Esw</a:t>
            </a:r>
            <a:r>
              <a:rPr lang="en-US" sz="3600" b="1" dirty="0"/>
              <a:t> virus</a:t>
            </a:r>
          </a:p>
        </p:txBody>
      </p:sp>
      <p:pic>
        <p:nvPicPr>
          <p:cNvPr id="55299" name="Picture 4">
            <a:extLst>
              <a:ext uri="{FF2B5EF4-FFF2-40B4-BE49-F238E27FC236}">
                <a16:creationId xmlns:a16="http://schemas.microsoft.com/office/drawing/2014/main" id="{A0C27046-C2A5-47D8-8447-59D4BE4728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8381" t="1874" r="-1683" b="67160"/>
          <a:stretch>
            <a:fillRect/>
          </a:stretch>
        </p:blipFill>
        <p:spPr bwMode="auto">
          <a:xfrm>
            <a:off x="2057400" y="1676400"/>
            <a:ext cx="59436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TextBox 8">
            <a:extLst>
              <a:ext uri="{FF2B5EF4-FFF2-40B4-BE49-F238E27FC236}">
                <a16:creationId xmlns:a16="http://schemas.microsoft.com/office/drawing/2014/main" id="{08E19973-BFB2-427E-8E14-7CA5252B7F30}"/>
              </a:ext>
            </a:extLst>
          </p:cNvPr>
          <p:cNvSpPr txBox="1">
            <a:spLocks noChangeArrowheads="1"/>
          </p:cNvSpPr>
          <p:nvPr/>
        </p:nvSpPr>
        <p:spPr bwMode="auto">
          <a:xfrm>
            <a:off x="1828800" y="5181600"/>
            <a:ext cx="6324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a:latin typeface="Arial" panose="020B0604020202020204" pitchFamily="34" charset="0"/>
              </a:rPr>
              <a:t>By 12 hours, pandemic strains and Italy have infected ~50%-75% of the culture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a:extLst>
              <a:ext uri="{FF2B5EF4-FFF2-40B4-BE49-F238E27FC236}">
                <a16:creationId xmlns:a16="http://schemas.microsoft.com/office/drawing/2014/main" id="{744298F9-2866-4AB0-8A4E-85A7A4EACB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6863" y="1600200"/>
            <a:ext cx="5037137"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a:extLst>
              <a:ext uri="{FF2B5EF4-FFF2-40B4-BE49-F238E27FC236}">
                <a16:creationId xmlns:a16="http://schemas.microsoft.com/office/drawing/2014/main" id="{534EBFFA-0ABD-4F84-B510-F02E10D545C8}"/>
              </a:ext>
            </a:extLst>
          </p:cNvPr>
          <p:cNvSpPr>
            <a:spLocks noGrp="1"/>
          </p:cNvSpPr>
          <p:nvPr>
            <p:ph type="title"/>
          </p:nvPr>
        </p:nvSpPr>
        <p:spPr>
          <a:xfrm>
            <a:off x="457200" y="0"/>
            <a:ext cx="8229600" cy="1143000"/>
          </a:xfrm>
        </p:spPr>
        <p:txBody>
          <a:bodyPr/>
          <a:lstStyle/>
          <a:p>
            <a:pPr>
              <a:defRPr/>
            </a:pPr>
            <a:r>
              <a:rPr lang="en-US" sz="3600" b="1" dirty="0"/>
              <a:t>Higher NA activity in Pandemic and </a:t>
            </a:r>
            <a:r>
              <a:rPr lang="en-US" sz="3600" b="1" dirty="0" err="1"/>
              <a:t>ESw</a:t>
            </a:r>
            <a:endParaRPr lang="en-US" sz="3600" b="1" dirty="0"/>
          </a:p>
        </p:txBody>
      </p:sp>
      <p:sp>
        <p:nvSpPr>
          <p:cNvPr id="31748" name="Content Placeholder 3">
            <a:extLst>
              <a:ext uri="{FF2B5EF4-FFF2-40B4-BE49-F238E27FC236}">
                <a16:creationId xmlns:a16="http://schemas.microsoft.com/office/drawing/2014/main" id="{22A7A525-6001-483E-AE12-8A84FA7D44F1}"/>
              </a:ext>
            </a:extLst>
          </p:cNvPr>
          <p:cNvSpPr>
            <a:spLocks noGrp="1"/>
          </p:cNvSpPr>
          <p:nvPr>
            <p:ph sz="quarter" idx="1"/>
          </p:nvPr>
        </p:nvSpPr>
        <p:spPr>
          <a:xfrm>
            <a:off x="990600" y="1066800"/>
            <a:ext cx="3276600" cy="4873625"/>
          </a:xfrm>
        </p:spPr>
        <p:txBody>
          <a:bodyPr>
            <a:normAutofit lnSpcReduction="10000"/>
          </a:bodyPr>
          <a:lstStyle/>
          <a:p>
            <a:pPr>
              <a:defRPr/>
            </a:pPr>
            <a:r>
              <a:rPr lang="en-US" sz="2500" dirty="0">
                <a:latin typeface="Calibri" pitchFamily="34" charset="0"/>
                <a:cs typeface="Calibri" pitchFamily="34" charset="0"/>
              </a:rPr>
              <a:t>NA activity measured as ability to convert </a:t>
            </a:r>
            <a:r>
              <a:rPr lang="en-US" sz="2500" dirty="0" err="1">
                <a:latin typeface="Calibri" pitchFamily="34" charset="0"/>
                <a:cs typeface="Calibri" pitchFamily="34" charset="0"/>
              </a:rPr>
              <a:t>sialic</a:t>
            </a:r>
            <a:r>
              <a:rPr lang="en-US" sz="2500" dirty="0">
                <a:latin typeface="Calibri" pitchFamily="34" charset="0"/>
                <a:cs typeface="Calibri" pitchFamily="34" charset="0"/>
              </a:rPr>
              <a:t> acid containing substrate</a:t>
            </a:r>
          </a:p>
          <a:p>
            <a:pPr>
              <a:defRPr/>
            </a:pPr>
            <a:r>
              <a:rPr lang="en-US" sz="2500" dirty="0">
                <a:latin typeface="Calibri" pitchFamily="34" charset="0"/>
                <a:cs typeface="Calibri" pitchFamily="34" charset="0"/>
              </a:rPr>
              <a:t>Results normalized to functional viral titer, so NA activity/infectious </a:t>
            </a:r>
            <a:r>
              <a:rPr lang="en-US" sz="2500" dirty="0" err="1">
                <a:latin typeface="Calibri" pitchFamily="34" charset="0"/>
                <a:cs typeface="Calibri" pitchFamily="34" charset="0"/>
              </a:rPr>
              <a:t>virion</a:t>
            </a:r>
            <a:endParaRPr lang="en-US" sz="2500" dirty="0">
              <a:latin typeface="Calibri" pitchFamily="34" charset="0"/>
              <a:cs typeface="Calibri" pitchFamily="34" charset="0"/>
            </a:endParaRPr>
          </a:p>
          <a:p>
            <a:pPr>
              <a:defRPr/>
            </a:pPr>
            <a:r>
              <a:rPr lang="en-US" sz="2500" dirty="0">
                <a:latin typeface="Calibri" pitchFamily="34" charset="0"/>
                <a:cs typeface="Calibri" pitchFamily="34" charset="0"/>
              </a:rPr>
              <a:t>Higher NA activity may relate to ability of virus to spread efficiently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43D6F-1230-48C4-8D2C-963A9808F29B}"/>
              </a:ext>
            </a:extLst>
          </p:cNvPr>
          <p:cNvSpPr>
            <a:spLocks noGrp="1"/>
          </p:cNvSpPr>
          <p:nvPr>
            <p:ph type="title"/>
          </p:nvPr>
        </p:nvSpPr>
        <p:spPr>
          <a:xfrm>
            <a:off x="457200" y="228600"/>
            <a:ext cx="8229600" cy="1143000"/>
          </a:xfrm>
        </p:spPr>
        <p:txBody>
          <a:bodyPr/>
          <a:lstStyle/>
          <a:p>
            <a:pPr>
              <a:defRPr/>
            </a:pPr>
            <a:r>
              <a:rPr lang="en-US" sz="3200" b="1" dirty="0"/>
              <a:t>GROWTH SUMMARY </a:t>
            </a:r>
          </a:p>
        </p:txBody>
      </p:sp>
      <p:sp>
        <p:nvSpPr>
          <p:cNvPr id="57347" name="Content Placeholder 2">
            <a:extLst>
              <a:ext uri="{FF2B5EF4-FFF2-40B4-BE49-F238E27FC236}">
                <a16:creationId xmlns:a16="http://schemas.microsoft.com/office/drawing/2014/main" id="{4343815F-2C8C-48A5-A543-BDFADC58F906}"/>
              </a:ext>
            </a:extLst>
          </p:cNvPr>
          <p:cNvSpPr>
            <a:spLocks noGrp="1"/>
          </p:cNvSpPr>
          <p:nvPr>
            <p:ph sz="quarter" idx="1"/>
          </p:nvPr>
        </p:nvSpPr>
        <p:spPr>
          <a:xfrm>
            <a:off x="457200" y="1600200"/>
            <a:ext cx="7467600" cy="4873625"/>
          </a:xfrm>
        </p:spPr>
        <p:txBody>
          <a:bodyPr/>
          <a:lstStyle/>
          <a:p>
            <a:endParaRPr lang="en-US" altLang="en-US">
              <a:latin typeface="Calibri" panose="020F0502020204030204" pitchFamily="34" charset="0"/>
              <a:cs typeface="Calibri" panose="020F0502020204030204" pitchFamily="34" charset="0"/>
            </a:endParaRPr>
          </a:p>
          <a:p>
            <a:r>
              <a:rPr lang="en-US" altLang="en-US">
                <a:latin typeface="Calibri" panose="020F0502020204030204" pitchFamily="34" charset="0"/>
                <a:cs typeface="Calibri" panose="020F0502020204030204" pitchFamily="34" charset="0"/>
              </a:rPr>
              <a:t>The pandemic virus acquired a rapid growth phenotype in human cells similar to the Esw virus</a:t>
            </a:r>
          </a:p>
          <a:p>
            <a:r>
              <a:rPr lang="en-US" altLang="en-US">
                <a:latin typeface="Calibri" panose="020F0502020204030204" pitchFamily="34" charset="0"/>
                <a:cs typeface="Calibri" panose="020F0502020204030204" pitchFamily="34" charset="0"/>
              </a:rPr>
              <a:t>This phenotype associates with both the NA and M of Esw virus</a:t>
            </a:r>
          </a:p>
          <a:p>
            <a:r>
              <a:rPr lang="en-US" altLang="en-US">
                <a:latin typeface="Calibri" panose="020F0502020204030204" pitchFamily="34" charset="0"/>
                <a:cs typeface="Calibri" panose="020F0502020204030204" pitchFamily="34" charset="0"/>
              </a:rPr>
              <a:t>The Esw virus transmits more efficiently in ferrets</a:t>
            </a:r>
          </a:p>
          <a:p>
            <a:r>
              <a:rPr lang="en-US" altLang="en-US">
                <a:latin typeface="Calibri" panose="020F0502020204030204" pitchFamily="34" charset="0"/>
                <a:cs typeface="Calibri" panose="020F0502020204030204" pitchFamily="34" charset="0"/>
              </a:rPr>
              <a:t>Titer and infected cell number can be de-coupled across infections/individuals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BBBFB-F24E-4BCF-B85C-B8924D0673B4}"/>
              </a:ext>
            </a:extLst>
          </p:cNvPr>
          <p:cNvSpPr>
            <a:spLocks noGrp="1"/>
          </p:cNvSpPr>
          <p:nvPr>
            <p:ph type="title"/>
          </p:nvPr>
        </p:nvSpPr>
        <p:spPr>
          <a:xfrm>
            <a:off x="533400" y="152400"/>
            <a:ext cx="7772400" cy="1143000"/>
          </a:xfrm>
        </p:spPr>
        <p:txBody>
          <a:bodyPr/>
          <a:lstStyle/>
          <a:p>
            <a:pPr>
              <a:defRPr/>
            </a:pPr>
            <a:r>
              <a:rPr lang="en-US" dirty="0"/>
              <a:t>ODE model of influenza infection—Andreas Handel, UGA</a:t>
            </a:r>
          </a:p>
        </p:txBody>
      </p:sp>
      <p:sp>
        <p:nvSpPr>
          <p:cNvPr id="58371" name="Content Placeholder 2">
            <a:extLst>
              <a:ext uri="{FF2B5EF4-FFF2-40B4-BE49-F238E27FC236}">
                <a16:creationId xmlns:a16="http://schemas.microsoft.com/office/drawing/2014/main" id="{85F3EEA3-3BBF-47E6-BBBA-BEB01E4BE83E}"/>
              </a:ext>
            </a:extLst>
          </p:cNvPr>
          <p:cNvSpPr>
            <a:spLocks noGrp="1"/>
          </p:cNvSpPr>
          <p:nvPr>
            <p:ph sz="quarter" idx="1"/>
          </p:nvPr>
        </p:nvSpPr>
        <p:spPr>
          <a:xfrm>
            <a:off x="457200" y="1600200"/>
            <a:ext cx="7467600" cy="4873625"/>
          </a:xfrm>
        </p:spPr>
        <p:txBody>
          <a:bodyPr/>
          <a:lstStyle/>
          <a:p>
            <a:endParaRPr lang="en-US" altLang="en-US"/>
          </a:p>
        </p:txBody>
      </p:sp>
      <p:pic>
        <p:nvPicPr>
          <p:cNvPr id="58372" name="Picture 2">
            <a:extLst>
              <a:ext uri="{FF2B5EF4-FFF2-40B4-BE49-F238E27FC236}">
                <a16:creationId xmlns:a16="http://schemas.microsoft.com/office/drawing/2014/main" id="{E19C5F94-F389-425C-B7A6-DA834985D0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9020"/>
          <a:stretch>
            <a:fillRect/>
          </a:stretch>
        </p:blipFill>
        <p:spPr bwMode="auto">
          <a:xfrm>
            <a:off x="390525" y="1371600"/>
            <a:ext cx="8601075"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129AE55-180D-40D4-B032-9E954B6D825E}"/>
              </a:ext>
            </a:extLst>
          </p:cNvPr>
          <p:cNvSpPr txBox="1">
            <a:spLocks noChangeArrowheads="1"/>
          </p:cNvSpPr>
          <p:nvPr/>
        </p:nvSpPr>
        <p:spPr bwMode="auto">
          <a:xfrm>
            <a:off x="457200" y="5486400"/>
            <a:ext cx="8458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3200">
                <a:latin typeface="Arial" panose="020B0604020202020204" pitchFamily="34" charset="0"/>
              </a:rPr>
              <a:t>Why wasn’t the Esw virus a pandemic?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81327-E8E4-49B7-9160-F7695C07A328}"/>
              </a:ext>
            </a:extLst>
          </p:cNvPr>
          <p:cNvSpPr>
            <a:spLocks noGrp="1"/>
          </p:cNvSpPr>
          <p:nvPr>
            <p:ph type="title"/>
          </p:nvPr>
        </p:nvSpPr>
        <p:spPr>
          <a:xfrm>
            <a:off x="457200" y="-76200"/>
            <a:ext cx="8229600" cy="1143000"/>
          </a:xfrm>
        </p:spPr>
        <p:txBody>
          <a:bodyPr>
            <a:noAutofit/>
          </a:bodyPr>
          <a:lstStyle/>
          <a:p>
            <a:pPr>
              <a:defRPr/>
            </a:pPr>
            <a:r>
              <a:rPr lang="en-US" sz="3200" b="1" dirty="0" err="1"/>
              <a:t>Transcriptome</a:t>
            </a:r>
            <a:r>
              <a:rPr lang="en-US" sz="3200" b="1" dirty="0"/>
              <a:t> analysis of pandemic virus infected HAE cultures</a:t>
            </a:r>
          </a:p>
        </p:txBody>
      </p:sp>
      <p:sp>
        <p:nvSpPr>
          <p:cNvPr id="59395" name="TextBox 33">
            <a:extLst>
              <a:ext uri="{FF2B5EF4-FFF2-40B4-BE49-F238E27FC236}">
                <a16:creationId xmlns:a16="http://schemas.microsoft.com/office/drawing/2014/main" id="{8EF5A39E-DD67-4CD6-B551-A3CE3B8BAD59}"/>
              </a:ext>
            </a:extLst>
          </p:cNvPr>
          <p:cNvSpPr txBox="1">
            <a:spLocks noChangeArrowheads="1"/>
          </p:cNvSpPr>
          <p:nvPr/>
        </p:nvSpPr>
        <p:spPr bwMode="auto">
          <a:xfrm rot="-2700000">
            <a:off x="2400300" y="1001713"/>
            <a:ext cx="8366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spcAft>
                <a:spcPts val="1200"/>
              </a:spcAft>
              <a:buClrTx/>
              <a:buSzTx/>
              <a:buFontTx/>
              <a:buNone/>
            </a:pPr>
            <a:r>
              <a:rPr lang="en-US" altLang="en-US" sz="1400" b="1">
                <a:solidFill>
                  <a:srgbClr val="3366FF"/>
                </a:solidFill>
                <a:latin typeface="Calibri" panose="020F0502020204030204" pitchFamily="34" charset="0"/>
                <a:cs typeface="Calibri" panose="020F0502020204030204" pitchFamily="34" charset="0"/>
              </a:rPr>
              <a:t>Brisbane</a:t>
            </a:r>
          </a:p>
        </p:txBody>
      </p:sp>
      <p:sp>
        <p:nvSpPr>
          <p:cNvPr id="59396" name="TextBox 34">
            <a:extLst>
              <a:ext uri="{FF2B5EF4-FFF2-40B4-BE49-F238E27FC236}">
                <a16:creationId xmlns:a16="http://schemas.microsoft.com/office/drawing/2014/main" id="{4C5853DA-DDC9-4D6A-993B-8E9034A5757F}"/>
              </a:ext>
            </a:extLst>
          </p:cNvPr>
          <p:cNvSpPr txBox="1">
            <a:spLocks noChangeArrowheads="1"/>
          </p:cNvSpPr>
          <p:nvPr/>
        </p:nvSpPr>
        <p:spPr bwMode="auto">
          <a:xfrm rot="-2700000">
            <a:off x="3332163" y="1049338"/>
            <a:ext cx="9001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spcAft>
                <a:spcPts val="1200"/>
              </a:spcAft>
              <a:buClrTx/>
              <a:buSzTx/>
              <a:buFontTx/>
              <a:buNone/>
            </a:pPr>
            <a:r>
              <a:rPr lang="en-US" altLang="en-US" sz="1400" b="1">
                <a:solidFill>
                  <a:srgbClr val="FF0000"/>
                </a:solidFill>
                <a:latin typeface="Calibri" panose="020F0502020204030204" pitchFamily="34" charset="0"/>
                <a:cs typeface="Calibri" panose="020F0502020204030204" pitchFamily="34" charset="0"/>
              </a:rPr>
              <a:t>California</a:t>
            </a:r>
          </a:p>
        </p:txBody>
      </p:sp>
      <p:sp>
        <p:nvSpPr>
          <p:cNvPr id="59397" name="TextBox 35">
            <a:extLst>
              <a:ext uri="{FF2B5EF4-FFF2-40B4-BE49-F238E27FC236}">
                <a16:creationId xmlns:a16="http://schemas.microsoft.com/office/drawing/2014/main" id="{ECAE9803-BC4F-4379-9A99-1044A9EA68AF}"/>
              </a:ext>
            </a:extLst>
          </p:cNvPr>
          <p:cNvSpPr txBox="1">
            <a:spLocks noChangeArrowheads="1"/>
          </p:cNvSpPr>
          <p:nvPr/>
        </p:nvSpPr>
        <p:spPr bwMode="auto">
          <a:xfrm rot="-2700000">
            <a:off x="4468813" y="1000125"/>
            <a:ext cx="952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spcAft>
                <a:spcPts val="1200"/>
              </a:spcAft>
              <a:buClrTx/>
              <a:buSzTx/>
              <a:buFontTx/>
              <a:buNone/>
            </a:pPr>
            <a:r>
              <a:rPr lang="en-US" altLang="en-US" sz="1400" b="1">
                <a:solidFill>
                  <a:srgbClr val="FF6600"/>
                </a:solidFill>
                <a:latin typeface="Calibri" panose="020F0502020204030204" pitchFamily="34" charset="0"/>
                <a:cs typeface="Calibri" panose="020F0502020204030204" pitchFamily="34" charset="0"/>
              </a:rPr>
              <a:t>Tennessee</a:t>
            </a:r>
          </a:p>
        </p:txBody>
      </p:sp>
      <p:sp>
        <p:nvSpPr>
          <p:cNvPr id="59398" name="TextBox 36">
            <a:extLst>
              <a:ext uri="{FF2B5EF4-FFF2-40B4-BE49-F238E27FC236}">
                <a16:creationId xmlns:a16="http://schemas.microsoft.com/office/drawing/2014/main" id="{7ED2CF9D-FF47-4B60-A330-554291CBFCD6}"/>
              </a:ext>
            </a:extLst>
          </p:cNvPr>
          <p:cNvSpPr txBox="1">
            <a:spLocks noChangeArrowheads="1"/>
          </p:cNvSpPr>
          <p:nvPr/>
        </p:nvSpPr>
        <p:spPr bwMode="auto">
          <a:xfrm rot="-2700000">
            <a:off x="5454650" y="1001713"/>
            <a:ext cx="7556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spcAft>
                <a:spcPts val="1200"/>
              </a:spcAft>
              <a:buClrTx/>
              <a:buSzTx/>
              <a:buFontTx/>
              <a:buNone/>
            </a:pPr>
            <a:r>
              <a:rPr lang="en-US" altLang="en-US" sz="1400" b="1">
                <a:solidFill>
                  <a:srgbClr val="660066"/>
                </a:solidFill>
                <a:latin typeface="Calibri" panose="020F0502020204030204" pitchFamily="34" charset="0"/>
                <a:cs typeface="Calibri" panose="020F0502020204030204" pitchFamily="34" charset="0"/>
              </a:rPr>
              <a:t>Italy</a:t>
            </a:r>
          </a:p>
        </p:txBody>
      </p:sp>
      <p:sp>
        <p:nvSpPr>
          <p:cNvPr id="59399" name="TextBox 37">
            <a:extLst>
              <a:ext uri="{FF2B5EF4-FFF2-40B4-BE49-F238E27FC236}">
                <a16:creationId xmlns:a16="http://schemas.microsoft.com/office/drawing/2014/main" id="{876922BC-2366-4C54-8204-4E08A6261106}"/>
              </a:ext>
            </a:extLst>
          </p:cNvPr>
          <p:cNvSpPr txBox="1">
            <a:spLocks noChangeArrowheads="1"/>
          </p:cNvSpPr>
          <p:nvPr/>
        </p:nvSpPr>
        <p:spPr bwMode="auto">
          <a:xfrm>
            <a:off x="1035050" y="6581775"/>
            <a:ext cx="12382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spcAft>
                <a:spcPts val="1200"/>
              </a:spcAft>
              <a:buClrTx/>
              <a:buSzTx/>
              <a:buFontTx/>
              <a:buNone/>
            </a:pPr>
            <a:r>
              <a:rPr lang="en-US" altLang="en-US" sz="1200">
                <a:latin typeface="Calibri" panose="020F0502020204030204" pitchFamily="34" charset="0"/>
                <a:cs typeface="Calibri" panose="020F0502020204030204" pitchFamily="34" charset="0"/>
              </a:rPr>
              <a:t>Time (hours p.i.)</a:t>
            </a:r>
          </a:p>
        </p:txBody>
      </p:sp>
      <p:sp>
        <p:nvSpPr>
          <p:cNvPr id="59400" name="TextBox 38">
            <a:extLst>
              <a:ext uri="{FF2B5EF4-FFF2-40B4-BE49-F238E27FC236}">
                <a16:creationId xmlns:a16="http://schemas.microsoft.com/office/drawing/2014/main" id="{3A1958A1-262A-4F86-AB8F-982E3B2AFE67}"/>
              </a:ext>
            </a:extLst>
          </p:cNvPr>
          <p:cNvSpPr txBox="1">
            <a:spLocks noChangeArrowheads="1"/>
          </p:cNvSpPr>
          <p:nvPr/>
        </p:nvSpPr>
        <p:spPr bwMode="auto">
          <a:xfrm>
            <a:off x="0" y="885825"/>
            <a:ext cx="20939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spcAft>
                <a:spcPts val="1200"/>
              </a:spcAft>
              <a:buClrTx/>
              <a:buSzTx/>
              <a:buFontTx/>
              <a:buNone/>
            </a:pPr>
            <a:r>
              <a:rPr lang="en-US" altLang="en-US" sz="1800">
                <a:latin typeface="Calibri" panose="020F0502020204030204" pitchFamily="34" charset="0"/>
                <a:cs typeface="Calibri" panose="020F0502020204030204" pitchFamily="34" charset="0"/>
              </a:rPr>
              <a:t>mRNA expression in hAE cultures infected at MOI=0.01</a:t>
            </a:r>
          </a:p>
        </p:txBody>
      </p:sp>
      <p:sp>
        <p:nvSpPr>
          <p:cNvPr id="59401" name="TextBox 39">
            <a:extLst>
              <a:ext uri="{FF2B5EF4-FFF2-40B4-BE49-F238E27FC236}">
                <a16:creationId xmlns:a16="http://schemas.microsoft.com/office/drawing/2014/main" id="{8A792A84-CCAA-43FB-99BD-30433CC30F0E}"/>
              </a:ext>
            </a:extLst>
          </p:cNvPr>
          <p:cNvSpPr txBox="1">
            <a:spLocks noChangeArrowheads="1"/>
          </p:cNvSpPr>
          <p:nvPr/>
        </p:nvSpPr>
        <p:spPr bwMode="auto">
          <a:xfrm>
            <a:off x="2130425" y="6581775"/>
            <a:ext cx="11112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spcAft>
                <a:spcPts val="1200"/>
              </a:spcAft>
              <a:buClrTx/>
              <a:buSzTx/>
              <a:buFontTx/>
              <a:buNone/>
            </a:pPr>
            <a:r>
              <a:rPr lang="en-US" altLang="en-US" sz="1200">
                <a:latin typeface="Calibri" panose="020F0502020204030204" pitchFamily="34" charset="0"/>
                <a:cs typeface="Calibri" panose="020F0502020204030204" pitchFamily="34" charset="0"/>
              </a:rPr>
              <a:t>12      16       24      </a:t>
            </a:r>
          </a:p>
        </p:txBody>
      </p:sp>
      <p:sp>
        <p:nvSpPr>
          <p:cNvPr id="59402" name="TextBox 42">
            <a:extLst>
              <a:ext uri="{FF2B5EF4-FFF2-40B4-BE49-F238E27FC236}">
                <a16:creationId xmlns:a16="http://schemas.microsoft.com/office/drawing/2014/main" id="{03E57796-6091-4566-9FC9-929600D0C6CD}"/>
              </a:ext>
            </a:extLst>
          </p:cNvPr>
          <p:cNvSpPr txBox="1">
            <a:spLocks noChangeArrowheads="1"/>
          </p:cNvSpPr>
          <p:nvPr/>
        </p:nvSpPr>
        <p:spPr bwMode="auto">
          <a:xfrm rot="-2700000">
            <a:off x="6276975" y="808038"/>
            <a:ext cx="9906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spcAft>
                <a:spcPts val="1200"/>
              </a:spcAft>
              <a:buClrTx/>
              <a:buSzTx/>
              <a:buFontTx/>
              <a:buNone/>
            </a:pPr>
            <a:r>
              <a:rPr lang="en-US" altLang="en-US" sz="1400" b="1">
                <a:solidFill>
                  <a:srgbClr val="008000"/>
                </a:solidFill>
                <a:latin typeface="Calibri" panose="020F0502020204030204" pitchFamily="34" charset="0"/>
                <a:cs typeface="Calibri" panose="020F0502020204030204" pitchFamily="34" charset="0"/>
              </a:rPr>
              <a:t>North Carolina</a:t>
            </a:r>
          </a:p>
        </p:txBody>
      </p:sp>
      <p:grpSp>
        <p:nvGrpSpPr>
          <p:cNvPr id="59403" name="Group 71">
            <a:extLst>
              <a:ext uri="{FF2B5EF4-FFF2-40B4-BE49-F238E27FC236}">
                <a16:creationId xmlns:a16="http://schemas.microsoft.com/office/drawing/2014/main" id="{EE6AAD0D-AE3A-4011-B372-45DC519DF347}"/>
              </a:ext>
            </a:extLst>
          </p:cNvPr>
          <p:cNvGrpSpPr>
            <a:grpSpLocks/>
          </p:cNvGrpSpPr>
          <p:nvPr/>
        </p:nvGrpSpPr>
        <p:grpSpPr bwMode="auto">
          <a:xfrm>
            <a:off x="2093913" y="1447800"/>
            <a:ext cx="4764087" cy="5168900"/>
            <a:chOff x="2094660" y="910141"/>
            <a:chExt cx="5411997" cy="5706851"/>
          </a:xfrm>
        </p:grpSpPr>
        <p:pic>
          <p:nvPicPr>
            <p:cNvPr id="59405" name="Picture 32">
              <a:extLst>
                <a:ext uri="{FF2B5EF4-FFF2-40B4-BE49-F238E27FC236}">
                  <a16:creationId xmlns:a16="http://schemas.microsoft.com/office/drawing/2014/main" id="{44D8903C-2F8A-447F-8A00-8AF61F08ADDF}"/>
                </a:ext>
              </a:extLst>
            </p:cNvPr>
            <p:cNvPicPr>
              <a:picLocks noChangeAspect="1"/>
            </p:cNvPicPr>
            <p:nvPr/>
          </p:nvPicPr>
          <p:blipFill>
            <a:blip r:embed="rId2">
              <a:extLst>
                <a:ext uri="{28A0092B-C50C-407E-A947-70E740481C1C}">
                  <a14:useLocalDpi xmlns:a14="http://schemas.microsoft.com/office/drawing/2010/main" val="0"/>
                </a:ext>
              </a:extLst>
            </a:blip>
            <a:srcRect l="40218" t="4785" r="597" b="9090"/>
            <a:stretch>
              <a:fillRect/>
            </a:stretch>
          </p:blipFill>
          <p:spPr bwMode="auto">
            <a:xfrm>
              <a:off x="2094660" y="938250"/>
              <a:ext cx="5411997" cy="5629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4" name="Straight Connector 43">
              <a:extLst>
                <a:ext uri="{FF2B5EF4-FFF2-40B4-BE49-F238E27FC236}">
                  <a16:creationId xmlns:a16="http://schemas.microsoft.com/office/drawing/2014/main" id="{4B8E0991-DB51-4CAC-A489-0826D908C2DA}"/>
                </a:ext>
              </a:extLst>
            </p:cNvPr>
            <p:cNvCxnSpPr/>
            <p:nvPr/>
          </p:nvCxnSpPr>
          <p:spPr>
            <a:xfrm rot="16200000" flipH="1">
              <a:off x="454987" y="3725630"/>
              <a:ext cx="5649012" cy="18034"/>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E0F8B9C6-5798-46BA-AD03-D9844D4BFB46}"/>
                </a:ext>
              </a:extLst>
            </p:cNvPr>
            <p:cNvCxnSpPr/>
            <p:nvPr/>
          </p:nvCxnSpPr>
          <p:spPr>
            <a:xfrm rot="16200000" flipH="1">
              <a:off x="1603725" y="3753649"/>
              <a:ext cx="5647259" cy="19837"/>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B3613ACC-51A8-4DD1-9773-7AB18CEA3769}"/>
                </a:ext>
              </a:extLst>
            </p:cNvPr>
            <p:cNvCxnSpPr/>
            <p:nvPr/>
          </p:nvCxnSpPr>
          <p:spPr>
            <a:xfrm rot="16200000" flipH="1">
              <a:off x="2750713" y="3783469"/>
              <a:ext cx="5649011" cy="18034"/>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3D539578-A6D5-4413-A655-22431BF0B418}"/>
                </a:ext>
              </a:extLst>
            </p:cNvPr>
            <p:cNvCxnSpPr/>
            <p:nvPr/>
          </p:nvCxnSpPr>
          <p:spPr>
            <a:xfrm rot="16200000" flipH="1">
              <a:off x="3917486" y="3755400"/>
              <a:ext cx="5647259" cy="1983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59404" name="TextBox 17">
            <a:extLst>
              <a:ext uri="{FF2B5EF4-FFF2-40B4-BE49-F238E27FC236}">
                <a16:creationId xmlns:a16="http://schemas.microsoft.com/office/drawing/2014/main" id="{AE67E390-0FEF-454B-B365-46C965F10943}"/>
              </a:ext>
            </a:extLst>
          </p:cNvPr>
          <p:cNvSpPr txBox="1">
            <a:spLocks noChangeArrowheads="1"/>
          </p:cNvSpPr>
          <p:nvPr/>
        </p:nvSpPr>
        <p:spPr bwMode="auto">
          <a:xfrm>
            <a:off x="6934200" y="3352800"/>
            <a:ext cx="21336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a:latin typeface="Arial" panose="020B0604020202020204" pitchFamily="34" charset="0"/>
              </a:rPr>
              <a:t>BIC applied to k-means clustering:</a:t>
            </a:r>
          </a:p>
          <a:p>
            <a:pPr eaLnBrk="1" hangingPunct="1">
              <a:spcBef>
                <a:spcPct val="0"/>
              </a:spcBef>
              <a:buClrTx/>
              <a:buSzTx/>
              <a:buFontTx/>
              <a:buNone/>
            </a:pPr>
            <a:r>
              <a:rPr lang="en-US" altLang="en-US" sz="1800">
                <a:latin typeface="Arial" panose="020B0604020202020204" pitchFamily="34" charset="0"/>
              </a:rPr>
              <a:t>2 clusters</a:t>
            </a:r>
          </a:p>
          <a:p>
            <a:pPr eaLnBrk="1" hangingPunct="1">
              <a:spcBef>
                <a:spcPct val="0"/>
              </a:spcBef>
              <a:buClrTx/>
              <a:buSzTx/>
              <a:buFontTx/>
              <a:buNone/>
            </a:pPr>
            <a:r>
              <a:rPr lang="en-US" altLang="en-US" sz="1800">
                <a:latin typeface="Arial" panose="020B0604020202020204" pitchFamily="34" charset="0"/>
              </a:rPr>
              <a:t>271 upregulated in all</a:t>
            </a:r>
          </a:p>
          <a:p>
            <a:pPr eaLnBrk="1" hangingPunct="1">
              <a:spcBef>
                <a:spcPct val="0"/>
              </a:spcBef>
              <a:buClrTx/>
              <a:buSzTx/>
              <a:buFontTx/>
              <a:buNone/>
            </a:pPr>
            <a:r>
              <a:rPr lang="en-US" altLang="en-US" sz="1800">
                <a:latin typeface="Arial" panose="020B0604020202020204" pitchFamily="34" charset="0"/>
              </a:rPr>
              <a:t>24 downregulated or differential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DFCE1B20-85A4-468D-ABE4-934DF23E3748}"/>
              </a:ext>
            </a:extLst>
          </p:cNvPr>
          <p:cNvSpPr>
            <a:spLocks noGrp="1" noChangeArrowheads="1"/>
          </p:cNvSpPr>
          <p:nvPr>
            <p:ph type="title"/>
          </p:nvPr>
        </p:nvSpPr>
        <p:spPr>
          <a:xfrm>
            <a:off x="293688" y="112713"/>
            <a:ext cx="7932737" cy="852487"/>
          </a:xfrm>
        </p:spPr>
        <p:txBody>
          <a:bodyPr/>
          <a:lstStyle/>
          <a:p>
            <a:pPr eaLnBrk="1" hangingPunct="1">
              <a:defRPr/>
            </a:pPr>
            <a:r>
              <a:rPr lang="en-US" sz="2400" dirty="0"/>
              <a:t>Top 9 most significant differentially expressed genes 12 hours post-infection with A/Brisbane/59/2007(H1N1)</a:t>
            </a:r>
          </a:p>
        </p:txBody>
      </p:sp>
      <p:pic>
        <p:nvPicPr>
          <p:cNvPr id="60419" name="Picture 5">
            <a:extLst>
              <a:ext uri="{FF2B5EF4-FFF2-40B4-BE49-F238E27FC236}">
                <a16:creationId xmlns:a16="http://schemas.microsoft.com/office/drawing/2014/main" id="{40A6173D-1599-430D-B1D8-E9CD4793470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5100" y="1041400"/>
            <a:ext cx="7916863" cy="524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0" name="TextBox 3">
            <a:extLst>
              <a:ext uri="{FF2B5EF4-FFF2-40B4-BE49-F238E27FC236}">
                <a16:creationId xmlns:a16="http://schemas.microsoft.com/office/drawing/2014/main" id="{00464AB1-BA38-4CD7-A67B-99E8D368987F}"/>
              </a:ext>
            </a:extLst>
          </p:cNvPr>
          <p:cNvSpPr txBox="1">
            <a:spLocks noChangeArrowheads="1"/>
          </p:cNvSpPr>
          <p:nvPr/>
        </p:nvSpPr>
        <p:spPr bwMode="auto">
          <a:xfrm>
            <a:off x="0" y="6581775"/>
            <a:ext cx="3032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200">
                <a:latin typeface="Arial" panose="020B0604020202020204" pitchFamily="34" charset="0"/>
              </a:rPr>
              <a:t>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CEB57095-42D4-4611-AB98-DFFB781513EF}"/>
              </a:ext>
            </a:extLst>
          </p:cNvPr>
          <p:cNvSpPr>
            <a:spLocks noGrp="1" noChangeArrowheads="1"/>
          </p:cNvSpPr>
          <p:nvPr>
            <p:ph type="title"/>
          </p:nvPr>
        </p:nvSpPr>
        <p:spPr>
          <a:xfrm>
            <a:off x="179388" y="188913"/>
            <a:ext cx="8066087" cy="852487"/>
          </a:xfrm>
        </p:spPr>
        <p:txBody>
          <a:bodyPr/>
          <a:lstStyle/>
          <a:p>
            <a:pPr eaLnBrk="1" hangingPunct="1">
              <a:defRPr/>
            </a:pPr>
            <a:r>
              <a:rPr lang="en-US" sz="2400" dirty="0"/>
              <a:t>Top 9 most significant differentially expressed genes at 12 hours post-infection with A/California/04/2009(H1N1)</a:t>
            </a:r>
          </a:p>
        </p:txBody>
      </p:sp>
      <p:pic>
        <p:nvPicPr>
          <p:cNvPr id="61443" name="Picture 2">
            <a:extLst>
              <a:ext uri="{FF2B5EF4-FFF2-40B4-BE49-F238E27FC236}">
                <a16:creationId xmlns:a16="http://schemas.microsoft.com/office/drawing/2014/main" id="{5BD7936F-9902-4FB6-9C25-3BED9C5FDB4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125" y="1236663"/>
            <a:ext cx="7296150" cy="544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4" name="TextBox 3">
            <a:extLst>
              <a:ext uri="{FF2B5EF4-FFF2-40B4-BE49-F238E27FC236}">
                <a16:creationId xmlns:a16="http://schemas.microsoft.com/office/drawing/2014/main" id="{6B3C316A-6069-4A7A-AD3C-3AE04F3E6005}"/>
              </a:ext>
            </a:extLst>
          </p:cNvPr>
          <p:cNvSpPr txBox="1">
            <a:spLocks noChangeArrowheads="1"/>
          </p:cNvSpPr>
          <p:nvPr/>
        </p:nvSpPr>
        <p:spPr bwMode="auto">
          <a:xfrm>
            <a:off x="0" y="6581775"/>
            <a:ext cx="3032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200">
                <a:latin typeface="Arial" panose="020B0604020202020204" pitchFamily="34" charset="0"/>
              </a:rPr>
              <a:t>A</a:t>
            </a:r>
          </a:p>
        </p:txBody>
      </p:sp>
      <p:sp>
        <p:nvSpPr>
          <p:cNvPr id="6" name="TextBox 5">
            <a:extLst>
              <a:ext uri="{FF2B5EF4-FFF2-40B4-BE49-F238E27FC236}">
                <a16:creationId xmlns:a16="http://schemas.microsoft.com/office/drawing/2014/main" id="{1B372C67-4F4D-47C4-9038-AC00F4EF0F29}"/>
              </a:ext>
            </a:extLst>
          </p:cNvPr>
          <p:cNvSpPr txBox="1">
            <a:spLocks noChangeArrowheads="1"/>
          </p:cNvSpPr>
          <p:nvPr/>
        </p:nvSpPr>
        <p:spPr bwMode="auto">
          <a:xfrm>
            <a:off x="1447800" y="2514600"/>
            <a:ext cx="5216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a:latin typeface="Arial" panose="020B0604020202020204" pitchFamily="34" charset="0"/>
              </a:rPr>
              <a:t>Does the TRIG backbone (Asw) induce a “stealthy” response?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ADC31-CE95-4BAC-B543-7B4F3876582E}"/>
              </a:ext>
            </a:extLst>
          </p:cNvPr>
          <p:cNvSpPr>
            <a:spLocks noGrp="1"/>
          </p:cNvSpPr>
          <p:nvPr>
            <p:ph type="title"/>
          </p:nvPr>
        </p:nvSpPr>
        <p:spPr>
          <a:xfrm>
            <a:off x="381000" y="153988"/>
            <a:ext cx="8153400" cy="1019175"/>
          </a:xfrm>
        </p:spPr>
        <p:txBody>
          <a:bodyPr/>
          <a:lstStyle/>
          <a:p>
            <a:pPr>
              <a:defRPr/>
            </a:pPr>
            <a:r>
              <a:rPr lang="en-US" dirty="0"/>
              <a:t>Host response as a function of virus</a:t>
            </a:r>
          </a:p>
        </p:txBody>
      </p:sp>
      <p:sp>
        <p:nvSpPr>
          <p:cNvPr id="62467" name="TextBox 14">
            <a:extLst>
              <a:ext uri="{FF2B5EF4-FFF2-40B4-BE49-F238E27FC236}">
                <a16:creationId xmlns:a16="http://schemas.microsoft.com/office/drawing/2014/main" id="{BFC6F8C4-1287-4FCC-9D41-E83C931B7AF5}"/>
              </a:ext>
            </a:extLst>
          </p:cNvPr>
          <p:cNvSpPr txBox="1">
            <a:spLocks noChangeArrowheads="1"/>
          </p:cNvSpPr>
          <p:nvPr/>
        </p:nvSpPr>
        <p:spPr bwMode="auto">
          <a:xfrm>
            <a:off x="5715000" y="5095875"/>
            <a:ext cx="3276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a:latin typeface="Arial" panose="020B0604020202020204" pitchFamily="34" charset="0"/>
              </a:rPr>
              <a:t>Fluidigm Real Time PCR from primary human cell infections (2 donors)</a:t>
            </a:r>
          </a:p>
        </p:txBody>
      </p:sp>
      <p:pic>
        <p:nvPicPr>
          <p:cNvPr id="62468" name="Picture 15">
            <a:extLst>
              <a:ext uri="{FF2B5EF4-FFF2-40B4-BE49-F238E27FC236}">
                <a16:creationId xmlns:a16="http://schemas.microsoft.com/office/drawing/2014/main" id="{BA3EB18A-1976-4FFF-A3D2-A83CEE4156E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2133600"/>
            <a:ext cx="28956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9" name="Picture 16">
            <a:extLst>
              <a:ext uri="{FF2B5EF4-FFF2-40B4-BE49-F238E27FC236}">
                <a16:creationId xmlns:a16="http://schemas.microsoft.com/office/drawing/2014/main" id="{D9A589D8-DCB4-48AD-9022-9FAEA785540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09800"/>
            <a:ext cx="2830513"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0" name="Picture 17">
            <a:extLst>
              <a:ext uri="{FF2B5EF4-FFF2-40B4-BE49-F238E27FC236}">
                <a16:creationId xmlns:a16="http://schemas.microsoft.com/office/drawing/2014/main" id="{4498C1B0-4B52-4691-B5A9-2A2AB16AD49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63875" y="2152650"/>
            <a:ext cx="2955925"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1" name="TextBox 6">
            <a:extLst>
              <a:ext uri="{FF2B5EF4-FFF2-40B4-BE49-F238E27FC236}">
                <a16:creationId xmlns:a16="http://schemas.microsoft.com/office/drawing/2014/main" id="{1C10A311-F80C-4657-86F2-6936074A21A6}"/>
              </a:ext>
            </a:extLst>
          </p:cNvPr>
          <p:cNvSpPr txBox="1">
            <a:spLocks noChangeArrowheads="1"/>
          </p:cNvSpPr>
          <p:nvPr/>
        </p:nvSpPr>
        <p:spPr bwMode="auto">
          <a:xfrm>
            <a:off x="609600" y="5911850"/>
            <a:ext cx="8366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spcAft>
                <a:spcPts val="1200"/>
              </a:spcAft>
              <a:buClrTx/>
              <a:buSzTx/>
              <a:buFontTx/>
              <a:buNone/>
            </a:pPr>
            <a:r>
              <a:rPr lang="en-US" altLang="en-US" sz="1400" b="1">
                <a:solidFill>
                  <a:srgbClr val="3366FF"/>
                </a:solidFill>
                <a:latin typeface="Calibri" panose="020F0502020204030204" pitchFamily="34" charset="0"/>
                <a:cs typeface="Calibri" panose="020F0502020204030204" pitchFamily="34" charset="0"/>
              </a:rPr>
              <a:t>Brisbane</a:t>
            </a:r>
          </a:p>
        </p:txBody>
      </p:sp>
      <p:sp>
        <p:nvSpPr>
          <p:cNvPr id="62472" name="TextBox 7">
            <a:extLst>
              <a:ext uri="{FF2B5EF4-FFF2-40B4-BE49-F238E27FC236}">
                <a16:creationId xmlns:a16="http://schemas.microsoft.com/office/drawing/2014/main" id="{39F0F274-2183-4885-903C-991010A315F1}"/>
              </a:ext>
            </a:extLst>
          </p:cNvPr>
          <p:cNvSpPr txBox="1">
            <a:spLocks noChangeArrowheads="1"/>
          </p:cNvSpPr>
          <p:nvPr/>
        </p:nvSpPr>
        <p:spPr bwMode="auto">
          <a:xfrm>
            <a:off x="1541463" y="5911850"/>
            <a:ext cx="9001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spcAft>
                <a:spcPts val="1200"/>
              </a:spcAft>
              <a:buClrTx/>
              <a:buSzTx/>
              <a:buFontTx/>
              <a:buNone/>
            </a:pPr>
            <a:r>
              <a:rPr lang="en-US" altLang="en-US" sz="1400" b="1">
                <a:solidFill>
                  <a:srgbClr val="FF0000"/>
                </a:solidFill>
                <a:latin typeface="Calibri" panose="020F0502020204030204" pitchFamily="34" charset="0"/>
                <a:cs typeface="Calibri" panose="020F0502020204030204" pitchFamily="34" charset="0"/>
              </a:rPr>
              <a:t>California</a:t>
            </a:r>
          </a:p>
        </p:txBody>
      </p:sp>
      <p:sp>
        <p:nvSpPr>
          <p:cNvPr id="62473" name="TextBox 9">
            <a:extLst>
              <a:ext uri="{FF2B5EF4-FFF2-40B4-BE49-F238E27FC236}">
                <a16:creationId xmlns:a16="http://schemas.microsoft.com/office/drawing/2014/main" id="{A7F1922F-EECA-4D60-8918-A58C5254EC8C}"/>
              </a:ext>
            </a:extLst>
          </p:cNvPr>
          <p:cNvSpPr txBox="1">
            <a:spLocks noChangeArrowheads="1"/>
          </p:cNvSpPr>
          <p:nvPr/>
        </p:nvSpPr>
        <p:spPr bwMode="auto">
          <a:xfrm>
            <a:off x="2590800" y="5911850"/>
            <a:ext cx="7556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spcAft>
                <a:spcPts val="1200"/>
              </a:spcAft>
              <a:buClrTx/>
              <a:buSzTx/>
              <a:buFontTx/>
              <a:buNone/>
            </a:pPr>
            <a:r>
              <a:rPr lang="en-US" altLang="en-US" sz="1400" b="1">
                <a:solidFill>
                  <a:srgbClr val="660066"/>
                </a:solidFill>
                <a:latin typeface="Calibri" panose="020F0502020204030204" pitchFamily="34" charset="0"/>
                <a:cs typeface="Calibri" panose="020F0502020204030204" pitchFamily="34" charset="0"/>
              </a:rPr>
              <a:t>Italy</a:t>
            </a:r>
          </a:p>
        </p:txBody>
      </p:sp>
      <p:sp>
        <p:nvSpPr>
          <p:cNvPr id="62474" name="TextBox 10">
            <a:extLst>
              <a:ext uri="{FF2B5EF4-FFF2-40B4-BE49-F238E27FC236}">
                <a16:creationId xmlns:a16="http://schemas.microsoft.com/office/drawing/2014/main" id="{11A24B0D-62A7-4244-BD2A-6C7EA7EBC59B}"/>
              </a:ext>
            </a:extLst>
          </p:cNvPr>
          <p:cNvSpPr txBox="1">
            <a:spLocks noChangeArrowheads="1"/>
          </p:cNvSpPr>
          <p:nvPr/>
        </p:nvSpPr>
        <p:spPr bwMode="auto">
          <a:xfrm>
            <a:off x="3335338" y="5803900"/>
            <a:ext cx="992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spcAft>
                <a:spcPts val="1200"/>
              </a:spcAft>
              <a:buClrTx/>
              <a:buSzTx/>
              <a:buFontTx/>
              <a:buNone/>
            </a:pPr>
            <a:r>
              <a:rPr lang="en-US" altLang="en-US" sz="1400" b="1">
                <a:solidFill>
                  <a:srgbClr val="008000"/>
                </a:solidFill>
                <a:latin typeface="Calibri" panose="020F0502020204030204" pitchFamily="34" charset="0"/>
                <a:cs typeface="Calibri" panose="020F0502020204030204" pitchFamily="34" charset="0"/>
              </a:rPr>
              <a:t>North Carolina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EF89E-F336-4AF5-8604-BBB8586DEA93}"/>
              </a:ext>
            </a:extLst>
          </p:cNvPr>
          <p:cNvSpPr>
            <a:spLocks noGrp="1"/>
          </p:cNvSpPr>
          <p:nvPr>
            <p:ph type="title"/>
          </p:nvPr>
        </p:nvSpPr>
        <p:spPr>
          <a:xfrm>
            <a:off x="76200" y="153988"/>
            <a:ext cx="9144000" cy="1143000"/>
          </a:xfrm>
        </p:spPr>
        <p:txBody>
          <a:bodyPr/>
          <a:lstStyle/>
          <a:p>
            <a:pPr>
              <a:defRPr/>
            </a:pPr>
            <a:r>
              <a:rPr lang="en-US" dirty="0"/>
              <a:t>Host response as a function of virus II</a:t>
            </a:r>
          </a:p>
        </p:txBody>
      </p:sp>
      <p:sp>
        <p:nvSpPr>
          <p:cNvPr id="63491" name="Content Placeholder 3">
            <a:extLst>
              <a:ext uri="{FF2B5EF4-FFF2-40B4-BE49-F238E27FC236}">
                <a16:creationId xmlns:a16="http://schemas.microsoft.com/office/drawing/2014/main" id="{06511D22-C109-4D79-B54C-EC22C6928B1D}"/>
              </a:ext>
            </a:extLst>
          </p:cNvPr>
          <p:cNvSpPr>
            <a:spLocks noGrp="1"/>
          </p:cNvSpPr>
          <p:nvPr>
            <p:ph sz="half" idx="2"/>
          </p:nvPr>
        </p:nvSpPr>
        <p:spPr/>
        <p:txBody>
          <a:bodyPr/>
          <a:lstStyle/>
          <a:p>
            <a:endParaRPr lang="en-US" altLang="en-US"/>
          </a:p>
        </p:txBody>
      </p:sp>
      <p:pic>
        <p:nvPicPr>
          <p:cNvPr id="63492" name="Picture 11">
            <a:extLst>
              <a:ext uri="{FF2B5EF4-FFF2-40B4-BE49-F238E27FC236}">
                <a16:creationId xmlns:a16="http://schemas.microsoft.com/office/drawing/2014/main" id="{472A7C2B-2B74-4151-9340-F604787F3D3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1447800"/>
            <a:ext cx="5486400" cy="513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3" name="Rectangle 2">
            <a:extLst>
              <a:ext uri="{FF2B5EF4-FFF2-40B4-BE49-F238E27FC236}">
                <a16:creationId xmlns:a16="http://schemas.microsoft.com/office/drawing/2014/main" id="{A00CF47B-CA0F-43D4-9EB9-76C4B55A7249}"/>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63494" name="Picture 1">
            <a:extLst>
              <a:ext uri="{FF2B5EF4-FFF2-40B4-BE49-F238E27FC236}">
                <a16:creationId xmlns:a16="http://schemas.microsoft.com/office/drawing/2014/main" id="{0D441487-1D45-421B-9EF1-62380F4AAB4B}"/>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3200400"/>
            <a:ext cx="296386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5" name="TextBox 6">
            <a:extLst>
              <a:ext uri="{FF2B5EF4-FFF2-40B4-BE49-F238E27FC236}">
                <a16:creationId xmlns:a16="http://schemas.microsoft.com/office/drawing/2014/main" id="{D8756D23-46BC-44BC-9536-54EE2B5E3183}"/>
              </a:ext>
            </a:extLst>
          </p:cNvPr>
          <p:cNvSpPr txBox="1">
            <a:spLocks noChangeArrowheads="1"/>
          </p:cNvSpPr>
          <p:nvPr/>
        </p:nvSpPr>
        <p:spPr bwMode="auto">
          <a:xfrm>
            <a:off x="454025" y="1600200"/>
            <a:ext cx="8366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spcAft>
                <a:spcPts val="1200"/>
              </a:spcAft>
              <a:buClrTx/>
              <a:buSzTx/>
              <a:buFontTx/>
              <a:buNone/>
            </a:pPr>
            <a:r>
              <a:rPr lang="en-US" altLang="en-US" sz="1400" b="1">
                <a:solidFill>
                  <a:srgbClr val="3366FF"/>
                </a:solidFill>
                <a:latin typeface="Calibri" panose="020F0502020204030204" pitchFamily="34" charset="0"/>
                <a:cs typeface="Calibri" panose="020F0502020204030204" pitchFamily="34" charset="0"/>
              </a:rPr>
              <a:t>Brisbane</a:t>
            </a:r>
          </a:p>
        </p:txBody>
      </p:sp>
      <p:sp>
        <p:nvSpPr>
          <p:cNvPr id="63496" name="TextBox 7">
            <a:extLst>
              <a:ext uri="{FF2B5EF4-FFF2-40B4-BE49-F238E27FC236}">
                <a16:creationId xmlns:a16="http://schemas.microsoft.com/office/drawing/2014/main" id="{8A79F42C-F259-4FF5-A48F-2101FB590D89}"/>
              </a:ext>
            </a:extLst>
          </p:cNvPr>
          <p:cNvSpPr txBox="1">
            <a:spLocks noChangeArrowheads="1"/>
          </p:cNvSpPr>
          <p:nvPr/>
        </p:nvSpPr>
        <p:spPr bwMode="auto">
          <a:xfrm>
            <a:off x="1385888" y="1600200"/>
            <a:ext cx="9001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spcAft>
                <a:spcPts val="1200"/>
              </a:spcAft>
              <a:buClrTx/>
              <a:buSzTx/>
              <a:buFontTx/>
              <a:buNone/>
            </a:pPr>
            <a:r>
              <a:rPr lang="en-US" altLang="en-US" sz="1400" b="1">
                <a:solidFill>
                  <a:srgbClr val="FF0000"/>
                </a:solidFill>
                <a:latin typeface="Calibri" panose="020F0502020204030204" pitchFamily="34" charset="0"/>
                <a:cs typeface="Calibri" panose="020F0502020204030204" pitchFamily="34" charset="0"/>
              </a:rPr>
              <a:t>California</a:t>
            </a:r>
          </a:p>
        </p:txBody>
      </p:sp>
      <p:sp>
        <p:nvSpPr>
          <p:cNvPr id="63497" name="TextBox 8">
            <a:extLst>
              <a:ext uri="{FF2B5EF4-FFF2-40B4-BE49-F238E27FC236}">
                <a16:creationId xmlns:a16="http://schemas.microsoft.com/office/drawing/2014/main" id="{ED3B1B54-471E-45DE-B6D3-17DB316E5232}"/>
              </a:ext>
            </a:extLst>
          </p:cNvPr>
          <p:cNvSpPr txBox="1">
            <a:spLocks noChangeArrowheads="1"/>
          </p:cNvSpPr>
          <p:nvPr/>
        </p:nvSpPr>
        <p:spPr bwMode="auto">
          <a:xfrm>
            <a:off x="685800" y="1936750"/>
            <a:ext cx="7556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spcAft>
                <a:spcPts val="1200"/>
              </a:spcAft>
              <a:buClrTx/>
              <a:buSzTx/>
              <a:buFontTx/>
              <a:buNone/>
            </a:pPr>
            <a:r>
              <a:rPr lang="en-US" altLang="en-US" sz="1400" b="1">
                <a:solidFill>
                  <a:srgbClr val="660066"/>
                </a:solidFill>
                <a:latin typeface="Calibri" panose="020F0502020204030204" pitchFamily="34" charset="0"/>
                <a:cs typeface="Calibri" panose="020F0502020204030204" pitchFamily="34" charset="0"/>
              </a:rPr>
              <a:t>Italy</a:t>
            </a:r>
          </a:p>
        </p:txBody>
      </p:sp>
      <p:sp>
        <p:nvSpPr>
          <p:cNvPr id="63498" name="TextBox 9">
            <a:extLst>
              <a:ext uri="{FF2B5EF4-FFF2-40B4-BE49-F238E27FC236}">
                <a16:creationId xmlns:a16="http://schemas.microsoft.com/office/drawing/2014/main" id="{690440A7-129F-41D0-99A9-866A93F582E1}"/>
              </a:ext>
            </a:extLst>
          </p:cNvPr>
          <p:cNvSpPr txBox="1">
            <a:spLocks noChangeArrowheads="1"/>
          </p:cNvSpPr>
          <p:nvPr/>
        </p:nvSpPr>
        <p:spPr bwMode="auto">
          <a:xfrm>
            <a:off x="1430338" y="1828800"/>
            <a:ext cx="992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spcAft>
                <a:spcPts val="1200"/>
              </a:spcAft>
              <a:buClrTx/>
              <a:buSzTx/>
              <a:buFontTx/>
              <a:buNone/>
            </a:pPr>
            <a:r>
              <a:rPr lang="en-US" altLang="en-US" sz="1400" b="1">
                <a:solidFill>
                  <a:srgbClr val="008000"/>
                </a:solidFill>
                <a:latin typeface="Calibri" panose="020F0502020204030204" pitchFamily="34" charset="0"/>
                <a:cs typeface="Calibri" panose="020F0502020204030204" pitchFamily="34" charset="0"/>
              </a:rPr>
              <a:t>North Carolina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D724E-C8D4-45D1-B350-770C9690BF41}"/>
              </a:ext>
            </a:extLst>
          </p:cNvPr>
          <p:cNvSpPr>
            <a:spLocks noGrp="1"/>
          </p:cNvSpPr>
          <p:nvPr>
            <p:ph type="title"/>
          </p:nvPr>
        </p:nvSpPr>
        <p:spPr>
          <a:xfrm>
            <a:off x="152400" y="0"/>
            <a:ext cx="9144000" cy="1143000"/>
          </a:xfrm>
        </p:spPr>
        <p:txBody>
          <a:bodyPr/>
          <a:lstStyle/>
          <a:p>
            <a:pPr>
              <a:defRPr/>
            </a:pPr>
            <a:r>
              <a:rPr lang="en-US" dirty="0"/>
              <a:t>Swaps</a:t>
            </a:r>
          </a:p>
        </p:txBody>
      </p:sp>
      <p:sp>
        <p:nvSpPr>
          <p:cNvPr id="5" name="Rectangle 4">
            <a:extLst>
              <a:ext uri="{FF2B5EF4-FFF2-40B4-BE49-F238E27FC236}">
                <a16:creationId xmlns:a16="http://schemas.microsoft.com/office/drawing/2014/main" id="{CC9FA531-A5E7-45F2-900F-707C0DD9FA41}"/>
              </a:ext>
            </a:extLst>
          </p:cNvPr>
          <p:cNvSpPr/>
          <p:nvPr/>
        </p:nvSpPr>
        <p:spPr>
          <a:xfrm>
            <a:off x="3657600" y="258763"/>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PB2</a:t>
            </a:r>
          </a:p>
        </p:txBody>
      </p:sp>
      <p:sp>
        <p:nvSpPr>
          <p:cNvPr id="6" name="Rectangle 5">
            <a:extLst>
              <a:ext uri="{FF2B5EF4-FFF2-40B4-BE49-F238E27FC236}">
                <a16:creationId xmlns:a16="http://schemas.microsoft.com/office/drawing/2014/main" id="{D75E0542-0441-4DEE-B29E-EB704C1605A9}"/>
              </a:ext>
            </a:extLst>
          </p:cNvPr>
          <p:cNvSpPr/>
          <p:nvPr/>
        </p:nvSpPr>
        <p:spPr>
          <a:xfrm>
            <a:off x="4191000" y="258763"/>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PB1</a:t>
            </a:r>
          </a:p>
        </p:txBody>
      </p:sp>
      <p:sp>
        <p:nvSpPr>
          <p:cNvPr id="7" name="Rectangle 6">
            <a:extLst>
              <a:ext uri="{FF2B5EF4-FFF2-40B4-BE49-F238E27FC236}">
                <a16:creationId xmlns:a16="http://schemas.microsoft.com/office/drawing/2014/main" id="{D1E2345E-34A3-4640-A12B-B04301297443}"/>
              </a:ext>
            </a:extLst>
          </p:cNvPr>
          <p:cNvSpPr/>
          <p:nvPr/>
        </p:nvSpPr>
        <p:spPr>
          <a:xfrm>
            <a:off x="4724400" y="258763"/>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PA</a:t>
            </a:r>
          </a:p>
        </p:txBody>
      </p:sp>
      <p:sp>
        <p:nvSpPr>
          <p:cNvPr id="8" name="Rectangle 7">
            <a:extLst>
              <a:ext uri="{FF2B5EF4-FFF2-40B4-BE49-F238E27FC236}">
                <a16:creationId xmlns:a16="http://schemas.microsoft.com/office/drawing/2014/main" id="{1108141E-9E01-45E5-B435-FECAE744F2A4}"/>
              </a:ext>
            </a:extLst>
          </p:cNvPr>
          <p:cNvSpPr/>
          <p:nvPr/>
        </p:nvSpPr>
        <p:spPr>
          <a:xfrm>
            <a:off x="5257800" y="258763"/>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HA</a:t>
            </a:r>
          </a:p>
        </p:txBody>
      </p:sp>
      <p:sp>
        <p:nvSpPr>
          <p:cNvPr id="9" name="Rectangle 8">
            <a:extLst>
              <a:ext uri="{FF2B5EF4-FFF2-40B4-BE49-F238E27FC236}">
                <a16:creationId xmlns:a16="http://schemas.microsoft.com/office/drawing/2014/main" id="{370C3E96-A812-4AC9-8531-719A0816DFEA}"/>
              </a:ext>
            </a:extLst>
          </p:cNvPr>
          <p:cNvSpPr/>
          <p:nvPr/>
        </p:nvSpPr>
        <p:spPr>
          <a:xfrm>
            <a:off x="5791200" y="258763"/>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NP</a:t>
            </a:r>
          </a:p>
        </p:txBody>
      </p:sp>
      <p:sp>
        <p:nvSpPr>
          <p:cNvPr id="10" name="Rectangle 9">
            <a:extLst>
              <a:ext uri="{FF2B5EF4-FFF2-40B4-BE49-F238E27FC236}">
                <a16:creationId xmlns:a16="http://schemas.microsoft.com/office/drawing/2014/main" id="{95450CE0-4034-4263-A22C-E89B59EC037E}"/>
              </a:ext>
            </a:extLst>
          </p:cNvPr>
          <p:cNvSpPr/>
          <p:nvPr/>
        </p:nvSpPr>
        <p:spPr>
          <a:xfrm>
            <a:off x="6324600" y="258763"/>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NA</a:t>
            </a:r>
          </a:p>
        </p:txBody>
      </p:sp>
      <p:sp>
        <p:nvSpPr>
          <p:cNvPr id="11" name="Rectangle 10">
            <a:extLst>
              <a:ext uri="{FF2B5EF4-FFF2-40B4-BE49-F238E27FC236}">
                <a16:creationId xmlns:a16="http://schemas.microsoft.com/office/drawing/2014/main" id="{27D4219E-C29C-482F-B9FD-8AAB034795B9}"/>
              </a:ext>
            </a:extLst>
          </p:cNvPr>
          <p:cNvSpPr/>
          <p:nvPr/>
        </p:nvSpPr>
        <p:spPr>
          <a:xfrm>
            <a:off x="6858000" y="258763"/>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M</a:t>
            </a:r>
          </a:p>
        </p:txBody>
      </p:sp>
      <p:sp>
        <p:nvSpPr>
          <p:cNvPr id="12" name="Rectangle 11">
            <a:extLst>
              <a:ext uri="{FF2B5EF4-FFF2-40B4-BE49-F238E27FC236}">
                <a16:creationId xmlns:a16="http://schemas.microsoft.com/office/drawing/2014/main" id="{8690781B-2718-4C31-9524-0050A63F8DBB}"/>
              </a:ext>
            </a:extLst>
          </p:cNvPr>
          <p:cNvSpPr/>
          <p:nvPr/>
        </p:nvSpPr>
        <p:spPr>
          <a:xfrm>
            <a:off x="7391400" y="258763"/>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NS</a:t>
            </a:r>
          </a:p>
        </p:txBody>
      </p:sp>
      <p:graphicFrame>
        <p:nvGraphicFramePr>
          <p:cNvPr id="13" name="Table 12">
            <a:extLst>
              <a:ext uri="{FF2B5EF4-FFF2-40B4-BE49-F238E27FC236}">
                <a16:creationId xmlns:a16="http://schemas.microsoft.com/office/drawing/2014/main" id="{CF279E2F-0460-4727-B890-9CD643B8BC82}"/>
              </a:ext>
            </a:extLst>
          </p:cNvPr>
          <p:cNvGraphicFramePr>
            <a:graphicFrameLocks noGrp="1"/>
          </p:cNvGraphicFramePr>
          <p:nvPr/>
        </p:nvGraphicFramePr>
        <p:xfrm>
          <a:off x="2667000" y="228600"/>
          <a:ext cx="927100" cy="2743200"/>
        </p:xfrm>
        <a:graphic>
          <a:graphicData uri="http://schemas.openxmlformats.org/drawingml/2006/table">
            <a:tbl>
              <a:tblPr/>
              <a:tblGrid>
                <a:gridCol w="927100">
                  <a:extLst>
                    <a:ext uri="{9D8B030D-6E8A-4147-A177-3AD203B41FA5}">
                      <a16:colId xmlns:a16="http://schemas.microsoft.com/office/drawing/2014/main" val="20000"/>
                    </a:ext>
                  </a:extLst>
                </a:gridCol>
              </a:tblGrid>
              <a:tr h="228600">
                <a:tc>
                  <a:txBody>
                    <a:bodyPr/>
                    <a:lstStyle/>
                    <a:p>
                      <a:pPr algn="ctr" fontAlgn="b"/>
                      <a:r>
                        <a:rPr lang="en-US" sz="1100" b="0" i="0" u="none" strike="noStrike" dirty="0" err="1">
                          <a:solidFill>
                            <a:srgbClr val="9C0006"/>
                          </a:solidFill>
                          <a:effectLst/>
                          <a:latin typeface="Calibri"/>
                        </a:rPr>
                        <a:t>rgCA</a:t>
                      </a:r>
                      <a:r>
                        <a:rPr lang="en-US" sz="1100" b="0" i="0" u="none" strike="noStrike" dirty="0">
                          <a:solidFill>
                            <a:srgbClr val="9C0006"/>
                          </a:solidFill>
                          <a:effectLst/>
                          <a:latin typeface="Calibri"/>
                        </a:rPr>
                        <a:t>/09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extLst>
                  <a:ext uri="{0D108BD9-81ED-4DB2-BD59-A6C34878D82A}">
                    <a16:rowId xmlns:a16="http://schemas.microsoft.com/office/drawing/2014/main" val="10000"/>
                  </a:ext>
                </a:extLst>
              </a:tr>
              <a:tr h="228600">
                <a:tc>
                  <a:txBody>
                    <a:bodyPr/>
                    <a:lstStyle/>
                    <a:p>
                      <a:pPr algn="ctr" fontAlgn="b"/>
                      <a:r>
                        <a:rPr lang="en-US" sz="1100" b="0" i="0" u="none" strike="noStrike">
                          <a:solidFill>
                            <a:srgbClr val="9C0006"/>
                          </a:solidFill>
                          <a:effectLst/>
                          <a:latin typeface="Calibri"/>
                        </a:rPr>
                        <a:t>rgCA/IT</a:t>
                      </a:r>
                      <a:r>
                        <a:rPr lang="en-US" sz="1100" b="0" i="0" u="none" strike="noStrike" baseline="-25000">
                          <a:solidFill>
                            <a:srgbClr val="000000"/>
                          </a:solidFill>
                          <a:effectLst/>
                          <a:latin typeface="Calibri"/>
                        </a:rPr>
                        <a:t>HA</a:t>
                      </a:r>
                      <a:endParaRPr lang="en-US" sz="1100" b="0" i="0" u="none" strike="noStrike">
                        <a:solidFill>
                          <a:srgbClr val="9C0006"/>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extLst>
                  <a:ext uri="{0D108BD9-81ED-4DB2-BD59-A6C34878D82A}">
                    <a16:rowId xmlns:a16="http://schemas.microsoft.com/office/drawing/2014/main" val="10001"/>
                  </a:ext>
                </a:extLst>
              </a:tr>
              <a:tr h="228600">
                <a:tc>
                  <a:txBody>
                    <a:bodyPr/>
                    <a:lstStyle/>
                    <a:p>
                      <a:pPr algn="ctr" fontAlgn="b"/>
                      <a:r>
                        <a:rPr lang="en-US" sz="1100" b="0" i="0" u="none" strike="noStrike">
                          <a:solidFill>
                            <a:srgbClr val="9C0006"/>
                          </a:solidFill>
                          <a:effectLst/>
                          <a:latin typeface="Calibri"/>
                        </a:rPr>
                        <a:t>rgCA/IT</a:t>
                      </a:r>
                      <a:r>
                        <a:rPr lang="en-US" sz="1100" b="0" i="0" u="none" strike="noStrike" baseline="-25000">
                          <a:solidFill>
                            <a:srgbClr val="000000"/>
                          </a:solidFill>
                          <a:effectLst/>
                          <a:latin typeface="Calibri"/>
                        </a:rPr>
                        <a:t>NP</a:t>
                      </a:r>
                      <a:endParaRPr lang="en-US" sz="1100" b="0" i="0" u="none" strike="noStrike">
                        <a:solidFill>
                          <a:srgbClr val="9C0006"/>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extLst>
                  <a:ext uri="{0D108BD9-81ED-4DB2-BD59-A6C34878D82A}">
                    <a16:rowId xmlns:a16="http://schemas.microsoft.com/office/drawing/2014/main" val="10002"/>
                  </a:ext>
                </a:extLst>
              </a:tr>
              <a:tr h="228600">
                <a:tc>
                  <a:txBody>
                    <a:bodyPr/>
                    <a:lstStyle/>
                    <a:p>
                      <a:pPr algn="ctr" fontAlgn="b"/>
                      <a:r>
                        <a:rPr lang="en-US" sz="1100" b="0" i="0" u="none" strike="noStrike">
                          <a:solidFill>
                            <a:srgbClr val="9C0006"/>
                          </a:solidFill>
                          <a:effectLst/>
                          <a:latin typeface="Calibri"/>
                        </a:rPr>
                        <a:t>rgCA/IT</a:t>
                      </a:r>
                      <a:r>
                        <a:rPr lang="en-US" sz="1100" b="0" i="0" u="none" strike="noStrike" baseline="-25000">
                          <a:solidFill>
                            <a:srgbClr val="000000"/>
                          </a:solidFill>
                          <a:effectLst/>
                          <a:latin typeface="Calibri"/>
                        </a:rPr>
                        <a:t>M</a:t>
                      </a:r>
                      <a:endParaRPr lang="en-US" sz="1100" b="0" i="0" u="none" strike="noStrike">
                        <a:solidFill>
                          <a:srgbClr val="9C0006"/>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extLst>
                  <a:ext uri="{0D108BD9-81ED-4DB2-BD59-A6C34878D82A}">
                    <a16:rowId xmlns:a16="http://schemas.microsoft.com/office/drawing/2014/main" val="10003"/>
                  </a:ext>
                </a:extLst>
              </a:tr>
              <a:tr h="228600">
                <a:tc>
                  <a:txBody>
                    <a:bodyPr/>
                    <a:lstStyle/>
                    <a:p>
                      <a:pPr algn="ctr" fontAlgn="b"/>
                      <a:r>
                        <a:rPr lang="en-US" sz="1100" b="0" i="0" u="none" strike="noStrike">
                          <a:solidFill>
                            <a:srgbClr val="9C0006"/>
                          </a:solidFill>
                          <a:effectLst/>
                          <a:latin typeface="Calibri"/>
                        </a:rPr>
                        <a:t>rgCA/IT</a:t>
                      </a:r>
                      <a:r>
                        <a:rPr lang="en-US" sz="1100" b="0" i="0" u="none" strike="noStrike" baseline="-25000">
                          <a:solidFill>
                            <a:srgbClr val="000000"/>
                          </a:solidFill>
                          <a:effectLst/>
                          <a:latin typeface="Calibri"/>
                        </a:rPr>
                        <a:t>NAM</a:t>
                      </a:r>
                      <a:endParaRPr lang="en-US" sz="1100" b="0" i="0" u="none" strike="noStrike">
                        <a:solidFill>
                          <a:srgbClr val="9C0006"/>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extLst>
                  <a:ext uri="{0D108BD9-81ED-4DB2-BD59-A6C34878D82A}">
                    <a16:rowId xmlns:a16="http://schemas.microsoft.com/office/drawing/2014/main" val="10004"/>
                  </a:ext>
                </a:extLst>
              </a:tr>
              <a:tr h="228600">
                <a:tc>
                  <a:txBody>
                    <a:bodyPr/>
                    <a:lstStyle/>
                    <a:p>
                      <a:pPr algn="ctr" fontAlgn="b"/>
                      <a:r>
                        <a:rPr lang="en-US" sz="1100" b="0" i="0" u="none" strike="noStrike">
                          <a:solidFill>
                            <a:srgbClr val="9C0006"/>
                          </a:solidFill>
                          <a:effectLst/>
                          <a:latin typeface="Calibri"/>
                        </a:rPr>
                        <a:t>rgCA/IT</a:t>
                      </a:r>
                      <a:r>
                        <a:rPr lang="en-US" sz="1100" b="0" i="0" u="none" strike="noStrike" baseline="-25000">
                          <a:solidFill>
                            <a:srgbClr val="000000"/>
                          </a:solidFill>
                          <a:effectLst/>
                          <a:latin typeface="Calibri"/>
                        </a:rPr>
                        <a:t>HANAM</a:t>
                      </a:r>
                      <a:endParaRPr lang="en-US" sz="1100" b="0" i="0" u="none" strike="noStrike">
                        <a:solidFill>
                          <a:srgbClr val="9C0006"/>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extLst>
                  <a:ext uri="{0D108BD9-81ED-4DB2-BD59-A6C34878D82A}">
                    <a16:rowId xmlns:a16="http://schemas.microsoft.com/office/drawing/2014/main" val="10005"/>
                  </a:ext>
                </a:extLst>
              </a:tr>
              <a:tr h="228600">
                <a:tc>
                  <a:txBody>
                    <a:bodyPr/>
                    <a:lstStyle/>
                    <a:p>
                      <a:pPr algn="ctr" fontAlgn="ctr"/>
                      <a:r>
                        <a:rPr lang="en-US" sz="1100" b="0" i="0" u="none" strike="noStrike">
                          <a:solidFill>
                            <a:srgbClr val="9C0006"/>
                          </a:solidFill>
                          <a:effectLst/>
                          <a:latin typeface="Calibri"/>
                        </a:rPr>
                        <a:t>rgCA/IT</a:t>
                      </a:r>
                      <a:r>
                        <a:rPr lang="en-US" sz="1100" b="0" i="0" u="none" strike="noStrike" baseline="-25000">
                          <a:solidFill>
                            <a:srgbClr val="000000"/>
                          </a:solidFill>
                          <a:effectLst/>
                          <a:latin typeface="Calibri"/>
                        </a:rPr>
                        <a:t>NS</a:t>
                      </a:r>
                      <a:endParaRPr lang="en-US" sz="1100" b="0" i="0" u="none" strike="noStrike">
                        <a:solidFill>
                          <a:srgbClr val="9C0006"/>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extLst>
                  <a:ext uri="{0D108BD9-81ED-4DB2-BD59-A6C34878D82A}">
                    <a16:rowId xmlns:a16="http://schemas.microsoft.com/office/drawing/2014/main" val="10006"/>
                  </a:ext>
                </a:extLst>
              </a:tr>
              <a:tr h="228600">
                <a:tc>
                  <a:txBody>
                    <a:bodyPr/>
                    <a:lstStyle/>
                    <a:p>
                      <a:pPr algn="ctr" fontAlgn="b"/>
                      <a:r>
                        <a:rPr lang="en-US" sz="1100" b="0" i="0" u="none" strike="noStrike">
                          <a:solidFill>
                            <a:srgbClr val="9C0006"/>
                          </a:solidFill>
                          <a:effectLst/>
                          <a:latin typeface="Calibri"/>
                        </a:rPr>
                        <a:t>rgCA/Br</a:t>
                      </a:r>
                      <a:r>
                        <a:rPr lang="en-US" sz="1100" b="0" i="0" u="none" strike="noStrike" baseline="-25000">
                          <a:solidFill>
                            <a:srgbClr val="000000"/>
                          </a:solidFill>
                          <a:effectLst/>
                          <a:latin typeface="Calibri"/>
                        </a:rPr>
                        <a:t>PA</a:t>
                      </a:r>
                      <a:endParaRPr lang="en-US" sz="1100" b="0" i="0" u="none" strike="noStrike">
                        <a:solidFill>
                          <a:srgbClr val="9C0006"/>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extLst>
                  <a:ext uri="{0D108BD9-81ED-4DB2-BD59-A6C34878D82A}">
                    <a16:rowId xmlns:a16="http://schemas.microsoft.com/office/drawing/2014/main" val="10007"/>
                  </a:ext>
                </a:extLst>
              </a:tr>
              <a:tr h="228600">
                <a:tc>
                  <a:txBody>
                    <a:bodyPr/>
                    <a:lstStyle/>
                    <a:p>
                      <a:pPr algn="ctr" fontAlgn="b"/>
                      <a:r>
                        <a:rPr lang="en-US" sz="1100" b="0" i="0" u="none" strike="noStrike">
                          <a:solidFill>
                            <a:srgbClr val="9C0006"/>
                          </a:solidFill>
                          <a:effectLst/>
                          <a:latin typeface="Calibri"/>
                        </a:rPr>
                        <a:t>rgCA/Br</a:t>
                      </a:r>
                      <a:r>
                        <a:rPr lang="en-US" sz="1100" b="0" i="0" u="none" strike="noStrike" baseline="-25000">
                          <a:solidFill>
                            <a:srgbClr val="000000"/>
                          </a:solidFill>
                          <a:effectLst/>
                          <a:latin typeface="Calibri"/>
                        </a:rPr>
                        <a:t>PB2PB1PA</a:t>
                      </a:r>
                      <a:endParaRPr lang="en-US" sz="1100" b="0" i="0" u="none" strike="noStrike">
                        <a:solidFill>
                          <a:srgbClr val="9C0006"/>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extLst>
                  <a:ext uri="{0D108BD9-81ED-4DB2-BD59-A6C34878D82A}">
                    <a16:rowId xmlns:a16="http://schemas.microsoft.com/office/drawing/2014/main" val="10008"/>
                  </a:ext>
                </a:extLst>
              </a:tr>
              <a:tr h="228600">
                <a:tc>
                  <a:txBody>
                    <a:bodyPr/>
                    <a:lstStyle/>
                    <a:p>
                      <a:pPr algn="ctr" fontAlgn="ctr"/>
                      <a:r>
                        <a:rPr lang="en-US" sz="1100" b="0" i="0" u="none" strike="noStrike" dirty="0" err="1">
                          <a:solidFill>
                            <a:srgbClr val="9C0006"/>
                          </a:solidFill>
                          <a:effectLst/>
                          <a:latin typeface="Calibri"/>
                        </a:rPr>
                        <a:t>rgCA</a:t>
                      </a:r>
                      <a:r>
                        <a:rPr lang="en-US" sz="1100" b="0" i="0" u="none" strike="noStrike" dirty="0">
                          <a:solidFill>
                            <a:srgbClr val="9C0006"/>
                          </a:solidFill>
                          <a:effectLst/>
                          <a:latin typeface="Calibri"/>
                        </a:rPr>
                        <a:t>/NC</a:t>
                      </a:r>
                      <a:r>
                        <a:rPr lang="en-US" sz="1100" b="0" i="0" u="none" strike="noStrike" baseline="-25000" dirty="0">
                          <a:solidFill>
                            <a:srgbClr val="000000"/>
                          </a:solidFill>
                          <a:effectLst/>
                          <a:latin typeface="Calibri"/>
                        </a:rPr>
                        <a:t>M</a:t>
                      </a:r>
                      <a:endParaRPr lang="en-US" sz="1100" b="0" i="0" u="none" strike="noStrike" dirty="0">
                        <a:solidFill>
                          <a:srgbClr val="9C0006"/>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extLst>
                  <a:ext uri="{0D108BD9-81ED-4DB2-BD59-A6C34878D82A}">
                    <a16:rowId xmlns:a16="http://schemas.microsoft.com/office/drawing/2014/main" val="10009"/>
                  </a:ext>
                </a:extLst>
              </a:tr>
              <a:tr h="228600">
                <a:tc>
                  <a:txBody>
                    <a:bodyPr/>
                    <a:lstStyle/>
                    <a:p>
                      <a:pPr algn="ctr" fontAlgn="ctr"/>
                      <a:r>
                        <a:rPr lang="en-US" sz="1100" b="0" i="0" u="none" strike="noStrike">
                          <a:solidFill>
                            <a:srgbClr val="9C0006"/>
                          </a:solidFill>
                          <a:effectLst/>
                          <a:latin typeface="Calibri"/>
                        </a:rPr>
                        <a:t>rgCA/NC</a:t>
                      </a:r>
                      <a:r>
                        <a:rPr lang="en-US" sz="1100" b="0" i="0" u="none" strike="noStrike" baseline="-25000">
                          <a:solidFill>
                            <a:srgbClr val="000000"/>
                          </a:solidFill>
                          <a:effectLst/>
                          <a:latin typeface="Calibri"/>
                        </a:rPr>
                        <a:t>NAM</a:t>
                      </a:r>
                      <a:endParaRPr lang="en-US" sz="1100" b="0" i="0" u="none" strike="noStrike">
                        <a:solidFill>
                          <a:srgbClr val="9C0006"/>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228600">
                <a:tc>
                  <a:txBody>
                    <a:bodyPr/>
                    <a:lstStyle/>
                    <a:p>
                      <a:pPr algn="ctr" fontAlgn="ctr"/>
                      <a:r>
                        <a:rPr lang="en-US" sz="1100" b="0" i="0" u="none" strike="noStrike" dirty="0" err="1">
                          <a:solidFill>
                            <a:srgbClr val="9C0006"/>
                          </a:solidFill>
                          <a:effectLst/>
                          <a:latin typeface="Calibri"/>
                        </a:rPr>
                        <a:t>rgCA</a:t>
                      </a:r>
                      <a:r>
                        <a:rPr lang="en-US" sz="1100" b="0" i="0" u="none" strike="noStrike" dirty="0">
                          <a:solidFill>
                            <a:srgbClr val="9C0006"/>
                          </a:solidFill>
                          <a:effectLst/>
                          <a:latin typeface="Calibri"/>
                        </a:rPr>
                        <a:t>/NC</a:t>
                      </a:r>
                      <a:r>
                        <a:rPr lang="en-US" sz="1100" b="0" i="0" u="none" strike="noStrike" baseline="-25000" dirty="0">
                          <a:solidFill>
                            <a:srgbClr val="000000"/>
                          </a:solidFill>
                          <a:effectLst/>
                          <a:latin typeface="Calibri"/>
                        </a:rPr>
                        <a:t>HANAM</a:t>
                      </a:r>
                      <a:endParaRPr lang="en-US" sz="1100" b="0" i="0" u="none" strike="noStrike" dirty="0">
                        <a:solidFill>
                          <a:srgbClr val="9C0006"/>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extLst>
                  <a:ext uri="{0D108BD9-81ED-4DB2-BD59-A6C34878D82A}">
                    <a16:rowId xmlns:a16="http://schemas.microsoft.com/office/drawing/2014/main" val="10011"/>
                  </a:ext>
                </a:extLst>
              </a:tr>
            </a:tbl>
          </a:graphicData>
        </a:graphic>
      </p:graphicFrame>
      <p:sp>
        <p:nvSpPr>
          <p:cNvPr id="14" name="Rectangle 13">
            <a:extLst>
              <a:ext uri="{FF2B5EF4-FFF2-40B4-BE49-F238E27FC236}">
                <a16:creationId xmlns:a16="http://schemas.microsoft.com/office/drawing/2014/main" id="{17E0A677-6367-4FDE-9E6C-0262DF1B2592}"/>
              </a:ext>
            </a:extLst>
          </p:cNvPr>
          <p:cNvSpPr/>
          <p:nvPr/>
        </p:nvSpPr>
        <p:spPr>
          <a:xfrm>
            <a:off x="3657600" y="503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5" name="Rectangle 14">
            <a:extLst>
              <a:ext uri="{FF2B5EF4-FFF2-40B4-BE49-F238E27FC236}">
                <a16:creationId xmlns:a16="http://schemas.microsoft.com/office/drawing/2014/main" id="{E6079710-3039-458A-8516-0D53C9CAD592}"/>
              </a:ext>
            </a:extLst>
          </p:cNvPr>
          <p:cNvSpPr/>
          <p:nvPr/>
        </p:nvSpPr>
        <p:spPr>
          <a:xfrm>
            <a:off x="4191000" y="503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6" name="Rectangle 15">
            <a:extLst>
              <a:ext uri="{FF2B5EF4-FFF2-40B4-BE49-F238E27FC236}">
                <a16:creationId xmlns:a16="http://schemas.microsoft.com/office/drawing/2014/main" id="{000ED3BF-A467-4C0B-BCFD-86550B3F889D}"/>
              </a:ext>
            </a:extLst>
          </p:cNvPr>
          <p:cNvSpPr/>
          <p:nvPr/>
        </p:nvSpPr>
        <p:spPr>
          <a:xfrm>
            <a:off x="4724400" y="503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7" name="Rectangle 16">
            <a:extLst>
              <a:ext uri="{FF2B5EF4-FFF2-40B4-BE49-F238E27FC236}">
                <a16:creationId xmlns:a16="http://schemas.microsoft.com/office/drawing/2014/main" id="{D5EC9502-D87D-4AE2-8ABD-DDDD0866ECDA}"/>
              </a:ext>
            </a:extLst>
          </p:cNvPr>
          <p:cNvSpPr/>
          <p:nvPr/>
        </p:nvSpPr>
        <p:spPr>
          <a:xfrm>
            <a:off x="5257800" y="503238"/>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8" name="Rectangle 17">
            <a:extLst>
              <a:ext uri="{FF2B5EF4-FFF2-40B4-BE49-F238E27FC236}">
                <a16:creationId xmlns:a16="http://schemas.microsoft.com/office/drawing/2014/main" id="{69262DC0-2866-47AD-94DF-EA6D363CEC9C}"/>
              </a:ext>
            </a:extLst>
          </p:cNvPr>
          <p:cNvSpPr/>
          <p:nvPr/>
        </p:nvSpPr>
        <p:spPr>
          <a:xfrm>
            <a:off x="5791200" y="503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9" name="Rectangle 18">
            <a:extLst>
              <a:ext uri="{FF2B5EF4-FFF2-40B4-BE49-F238E27FC236}">
                <a16:creationId xmlns:a16="http://schemas.microsoft.com/office/drawing/2014/main" id="{31BF1BC4-49EE-4AC9-9410-6B5FDA67D33C}"/>
              </a:ext>
            </a:extLst>
          </p:cNvPr>
          <p:cNvSpPr/>
          <p:nvPr/>
        </p:nvSpPr>
        <p:spPr>
          <a:xfrm>
            <a:off x="6324600" y="503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0" name="Rectangle 19">
            <a:extLst>
              <a:ext uri="{FF2B5EF4-FFF2-40B4-BE49-F238E27FC236}">
                <a16:creationId xmlns:a16="http://schemas.microsoft.com/office/drawing/2014/main" id="{D045B93C-CC0A-4810-B661-93BBF64189E5}"/>
              </a:ext>
            </a:extLst>
          </p:cNvPr>
          <p:cNvSpPr/>
          <p:nvPr/>
        </p:nvSpPr>
        <p:spPr>
          <a:xfrm>
            <a:off x="6858000" y="503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1" name="Rectangle 20">
            <a:extLst>
              <a:ext uri="{FF2B5EF4-FFF2-40B4-BE49-F238E27FC236}">
                <a16:creationId xmlns:a16="http://schemas.microsoft.com/office/drawing/2014/main" id="{47CD33CB-92C8-49F2-93F7-E2ECC4B4742D}"/>
              </a:ext>
            </a:extLst>
          </p:cNvPr>
          <p:cNvSpPr/>
          <p:nvPr/>
        </p:nvSpPr>
        <p:spPr>
          <a:xfrm>
            <a:off x="7391400" y="503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2" name="Rectangle 21">
            <a:extLst>
              <a:ext uri="{FF2B5EF4-FFF2-40B4-BE49-F238E27FC236}">
                <a16:creationId xmlns:a16="http://schemas.microsoft.com/office/drawing/2014/main" id="{56FAC9FB-3C07-46D1-B161-A6C81FD70C0C}"/>
              </a:ext>
            </a:extLst>
          </p:cNvPr>
          <p:cNvSpPr/>
          <p:nvPr/>
        </p:nvSpPr>
        <p:spPr>
          <a:xfrm>
            <a:off x="3649663" y="739775"/>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3" name="Rectangle 22">
            <a:extLst>
              <a:ext uri="{FF2B5EF4-FFF2-40B4-BE49-F238E27FC236}">
                <a16:creationId xmlns:a16="http://schemas.microsoft.com/office/drawing/2014/main" id="{AB1C45B0-D456-4655-A32B-AF811431B794}"/>
              </a:ext>
            </a:extLst>
          </p:cNvPr>
          <p:cNvSpPr/>
          <p:nvPr/>
        </p:nvSpPr>
        <p:spPr>
          <a:xfrm>
            <a:off x="4183063" y="739775"/>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4" name="Rectangle 23">
            <a:extLst>
              <a:ext uri="{FF2B5EF4-FFF2-40B4-BE49-F238E27FC236}">
                <a16:creationId xmlns:a16="http://schemas.microsoft.com/office/drawing/2014/main" id="{2B6C8F67-EA47-4E6D-A79A-F62E7ACD32D9}"/>
              </a:ext>
            </a:extLst>
          </p:cNvPr>
          <p:cNvSpPr/>
          <p:nvPr/>
        </p:nvSpPr>
        <p:spPr>
          <a:xfrm>
            <a:off x="4716463" y="739775"/>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5" name="Rectangle 24">
            <a:extLst>
              <a:ext uri="{FF2B5EF4-FFF2-40B4-BE49-F238E27FC236}">
                <a16:creationId xmlns:a16="http://schemas.microsoft.com/office/drawing/2014/main" id="{E131391E-B1B4-4BD0-8786-EF6B09956EE6}"/>
              </a:ext>
            </a:extLst>
          </p:cNvPr>
          <p:cNvSpPr/>
          <p:nvPr/>
        </p:nvSpPr>
        <p:spPr>
          <a:xfrm>
            <a:off x="5249863" y="739775"/>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6" name="Rectangle 25">
            <a:extLst>
              <a:ext uri="{FF2B5EF4-FFF2-40B4-BE49-F238E27FC236}">
                <a16:creationId xmlns:a16="http://schemas.microsoft.com/office/drawing/2014/main" id="{BAE7589F-A2AA-4218-B6AE-5D0CD713B97D}"/>
              </a:ext>
            </a:extLst>
          </p:cNvPr>
          <p:cNvSpPr/>
          <p:nvPr/>
        </p:nvSpPr>
        <p:spPr>
          <a:xfrm>
            <a:off x="5783263" y="739775"/>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7" name="Rectangle 26">
            <a:extLst>
              <a:ext uri="{FF2B5EF4-FFF2-40B4-BE49-F238E27FC236}">
                <a16:creationId xmlns:a16="http://schemas.microsoft.com/office/drawing/2014/main" id="{77AA7CF0-D021-4A51-ACC9-496399687E3A}"/>
              </a:ext>
            </a:extLst>
          </p:cNvPr>
          <p:cNvSpPr/>
          <p:nvPr/>
        </p:nvSpPr>
        <p:spPr>
          <a:xfrm>
            <a:off x="6316663" y="739775"/>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8" name="Rectangle 27">
            <a:extLst>
              <a:ext uri="{FF2B5EF4-FFF2-40B4-BE49-F238E27FC236}">
                <a16:creationId xmlns:a16="http://schemas.microsoft.com/office/drawing/2014/main" id="{6D4C20C8-CB8E-434E-96FE-E1DE6863CC05}"/>
              </a:ext>
            </a:extLst>
          </p:cNvPr>
          <p:cNvSpPr/>
          <p:nvPr/>
        </p:nvSpPr>
        <p:spPr>
          <a:xfrm>
            <a:off x="6850063" y="739775"/>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9" name="Rectangle 28">
            <a:extLst>
              <a:ext uri="{FF2B5EF4-FFF2-40B4-BE49-F238E27FC236}">
                <a16:creationId xmlns:a16="http://schemas.microsoft.com/office/drawing/2014/main" id="{5380792F-E188-41C6-81AD-FBE948F09D95}"/>
              </a:ext>
            </a:extLst>
          </p:cNvPr>
          <p:cNvSpPr/>
          <p:nvPr/>
        </p:nvSpPr>
        <p:spPr>
          <a:xfrm>
            <a:off x="7383463" y="739775"/>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30" name="Rectangle 29">
            <a:extLst>
              <a:ext uri="{FF2B5EF4-FFF2-40B4-BE49-F238E27FC236}">
                <a16:creationId xmlns:a16="http://schemas.microsoft.com/office/drawing/2014/main" id="{CE1AFD17-E128-4762-A329-11357BF54A6C}"/>
              </a:ext>
            </a:extLst>
          </p:cNvPr>
          <p:cNvSpPr/>
          <p:nvPr/>
        </p:nvSpPr>
        <p:spPr>
          <a:xfrm>
            <a:off x="3657600" y="9525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31" name="Rectangle 30">
            <a:extLst>
              <a:ext uri="{FF2B5EF4-FFF2-40B4-BE49-F238E27FC236}">
                <a16:creationId xmlns:a16="http://schemas.microsoft.com/office/drawing/2014/main" id="{13C36FD8-218F-454B-9351-4FFE0F2B4EA9}"/>
              </a:ext>
            </a:extLst>
          </p:cNvPr>
          <p:cNvSpPr/>
          <p:nvPr/>
        </p:nvSpPr>
        <p:spPr>
          <a:xfrm>
            <a:off x="4191000" y="9525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32" name="Rectangle 31">
            <a:extLst>
              <a:ext uri="{FF2B5EF4-FFF2-40B4-BE49-F238E27FC236}">
                <a16:creationId xmlns:a16="http://schemas.microsoft.com/office/drawing/2014/main" id="{2108E0CF-F333-4E6E-B5E8-1CAB00DC4E60}"/>
              </a:ext>
            </a:extLst>
          </p:cNvPr>
          <p:cNvSpPr/>
          <p:nvPr/>
        </p:nvSpPr>
        <p:spPr>
          <a:xfrm>
            <a:off x="4724400" y="9525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33" name="Rectangle 32">
            <a:extLst>
              <a:ext uri="{FF2B5EF4-FFF2-40B4-BE49-F238E27FC236}">
                <a16:creationId xmlns:a16="http://schemas.microsoft.com/office/drawing/2014/main" id="{783B3281-97B1-42C2-8BA3-37347ED8BD42}"/>
              </a:ext>
            </a:extLst>
          </p:cNvPr>
          <p:cNvSpPr/>
          <p:nvPr/>
        </p:nvSpPr>
        <p:spPr>
          <a:xfrm>
            <a:off x="5257800" y="9525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34" name="Rectangle 33">
            <a:extLst>
              <a:ext uri="{FF2B5EF4-FFF2-40B4-BE49-F238E27FC236}">
                <a16:creationId xmlns:a16="http://schemas.microsoft.com/office/drawing/2014/main" id="{37F4FF58-45FD-4D1D-926F-01E56C33CE72}"/>
              </a:ext>
            </a:extLst>
          </p:cNvPr>
          <p:cNvSpPr/>
          <p:nvPr/>
        </p:nvSpPr>
        <p:spPr>
          <a:xfrm>
            <a:off x="5791200" y="9525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35" name="Rectangle 34">
            <a:extLst>
              <a:ext uri="{FF2B5EF4-FFF2-40B4-BE49-F238E27FC236}">
                <a16:creationId xmlns:a16="http://schemas.microsoft.com/office/drawing/2014/main" id="{58E28251-7D8E-4FB8-BD99-26B38DB2E2FF}"/>
              </a:ext>
            </a:extLst>
          </p:cNvPr>
          <p:cNvSpPr/>
          <p:nvPr/>
        </p:nvSpPr>
        <p:spPr>
          <a:xfrm>
            <a:off x="6324600" y="9525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36" name="Rectangle 35">
            <a:extLst>
              <a:ext uri="{FF2B5EF4-FFF2-40B4-BE49-F238E27FC236}">
                <a16:creationId xmlns:a16="http://schemas.microsoft.com/office/drawing/2014/main" id="{FD64535B-7920-4007-8A1B-6DEBF1C2EB7F}"/>
              </a:ext>
            </a:extLst>
          </p:cNvPr>
          <p:cNvSpPr/>
          <p:nvPr/>
        </p:nvSpPr>
        <p:spPr>
          <a:xfrm>
            <a:off x="6858000" y="952500"/>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37" name="Rectangle 36">
            <a:extLst>
              <a:ext uri="{FF2B5EF4-FFF2-40B4-BE49-F238E27FC236}">
                <a16:creationId xmlns:a16="http://schemas.microsoft.com/office/drawing/2014/main" id="{AAB92FF1-E9B4-47C2-9228-A05D8501699D}"/>
              </a:ext>
            </a:extLst>
          </p:cNvPr>
          <p:cNvSpPr/>
          <p:nvPr/>
        </p:nvSpPr>
        <p:spPr>
          <a:xfrm>
            <a:off x="7391400" y="9525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38" name="Rectangle 37">
            <a:extLst>
              <a:ext uri="{FF2B5EF4-FFF2-40B4-BE49-F238E27FC236}">
                <a16:creationId xmlns:a16="http://schemas.microsoft.com/office/drawing/2014/main" id="{629802DD-DEEE-4033-98E2-B9687F201824}"/>
              </a:ext>
            </a:extLst>
          </p:cNvPr>
          <p:cNvSpPr/>
          <p:nvPr/>
        </p:nvSpPr>
        <p:spPr>
          <a:xfrm>
            <a:off x="3657600" y="11811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39" name="Rectangle 38">
            <a:extLst>
              <a:ext uri="{FF2B5EF4-FFF2-40B4-BE49-F238E27FC236}">
                <a16:creationId xmlns:a16="http://schemas.microsoft.com/office/drawing/2014/main" id="{16911EFD-F4AD-423B-940A-CD3C94639B7F}"/>
              </a:ext>
            </a:extLst>
          </p:cNvPr>
          <p:cNvSpPr/>
          <p:nvPr/>
        </p:nvSpPr>
        <p:spPr>
          <a:xfrm>
            <a:off x="4191000" y="11811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40" name="Rectangle 39">
            <a:extLst>
              <a:ext uri="{FF2B5EF4-FFF2-40B4-BE49-F238E27FC236}">
                <a16:creationId xmlns:a16="http://schemas.microsoft.com/office/drawing/2014/main" id="{B535BE85-E8B9-4644-8D51-97A6DC8CA937}"/>
              </a:ext>
            </a:extLst>
          </p:cNvPr>
          <p:cNvSpPr/>
          <p:nvPr/>
        </p:nvSpPr>
        <p:spPr>
          <a:xfrm>
            <a:off x="4724400" y="11811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41" name="Rectangle 40">
            <a:extLst>
              <a:ext uri="{FF2B5EF4-FFF2-40B4-BE49-F238E27FC236}">
                <a16:creationId xmlns:a16="http://schemas.microsoft.com/office/drawing/2014/main" id="{94674E93-28FF-46D7-A9F4-E9A4FC8DC083}"/>
              </a:ext>
            </a:extLst>
          </p:cNvPr>
          <p:cNvSpPr/>
          <p:nvPr/>
        </p:nvSpPr>
        <p:spPr>
          <a:xfrm>
            <a:off x="5257800" y="11811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42" name="Rectangle 41">
            <a:extLst>
              <a:ext uri="{FF2B5EF4-FFF2-40B4-BE49-F238E27FC236}">
                <a16:creationId xmlns:a16="http://schemas.microsoft.com/office/drawing/2014/main" id="{4DD2E794-46C6-48DA-9F23-8657AF08B510}"/>
              </a:ext>
            </a:extLst>
          </p:cNvPr>
          <p:cNvSpPr/>
          <p:nvPr/>
        </p:nvSpPr>
        <p:spPr>
          <a:xfrm>
            <a:off x="5791200" y="11811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43" name="Rectangle 42">
            <a:extLst>
              <a:ext uri="{FF2B5EF4-FFF2-40B4-BE49-F238E27FC236}">
                <a16:creationId xmlns:a16="http://schemas.microsoft.com/office/drawing/2014/main" id="{597D301A-D033-4F81-9FE1-8FEE3BEC7EA4}"/>
              </a:ext>
            </a:extLst>
          </p:cNvPr>
          <p:cNvSpPr/>
          <p:nvPr/>
        </p:nvSpPr>
        <p:spPr>
          <a:xfrm>
            <a:off x="6324600" y="1181100"/>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44" name="Rectangle 43">
            <a:extLst>
              <a:ext uri="{FF2B5EF4-FFF2-40B4-BE49-F238E27FC236}">
                <a16:creationId xmlns:a16="http://schemas.microsoft.com/office/drawing/2014/main" id="{C5EE72D1-47B1-4F6B-9B1C-A68971D16CC6}"/>
              </a:ext>
            </a:extLst>
          </p:cNvPr>
          <p:cNvSpPr/>
          <p:nvPr/>
        </p:nvSpPr>
        <p:spPr>
          <a:xfrm>
            <a:off x="6858000" y="1181100"/>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45" name="Rectangle 44">
            <a:extLst>
              <a:ext uri="{FF2B5EF4-FFF2-40B4-BE49-F238E27FC236}">
                <a16:creationId xmlns:a16="http://schemas.microsoft.com/office/drawing/2014/main" id="{5C9AE0C8-10D1-440A-A0F3-E9A0CAED8BBC}"/>
              </a:ext>
            </a:extLst>
          </p:cNvPr>
          <p:cNvSpPr/>
          <p:nvPr/>
        </p:nvSpPr>
        <p:spPr>
          <a:xfrm>
            <a:off x="7391400" y="11811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46" name="Rectangle 45">
            <a:extLst>
              <a:ext uri="{FF2B5EF4-FFF2-40B4-BE49-F238E27FC236}">
                <a16:creationId xmlns:a16="http://schemas.microsoft.com/office/drawing/2014/main" id="{56B9CD8A-3FA8-4D76-9228-3BDA4297AD4E}"/>
              </a:ext>
            </a:extLst>
          </p:cNvPr>
          <p:cNvSpPr/>
          <p:nvPr/>
        </p:nvSpPr>
        <p:spPr>
          <a:xfrm>
            <a:off x="3657600" y="1646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47" name="Rectangle 46">
            <a:extLst>
              <a:ext uri="{FF2B5EF4-FFF2-40B4-BE49-F238E27FC236}">
                <a16:creationId xmlns:a16="http://schemas.microsoft.com/office/drawing/2014/main" id="{A67F79B1-E61B-41B5-A6BE-6AD322281BF4}"/>
              </a:ext>
            </a:extLst>
          </p:cNvPr>
          <p:cNvSpPr/>
          <p:nvPr/>
        </p:nvSpPr>
        <p:spPr>
          <a:xfrm>
            <a:off x="4191000" y="1646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48" name="Rectangle 47">
            <a:extLst>
              <a:ext uri="{FF2B5EF4-FFF2-40B4-BE49-F238E27FC236}">
                <a16:creationId xmlns:a16="http://schemas.microsoft.com/office/drawing/2014/main" id="{83BD2D5F-7D28-4397-901C-E34702688F55}"/>
              </a:ext>
            </a:extLst>
          </p:cNvPr>
          <p:cNvSpPr/>
          <p:nvPr/>
        </p:nvSpPr>
        <p:spPr>
          <a:xfrm>
            <a:off x="4724400" y="1646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49" name="Rectangle 48">
            <a:extLst>
              <a:ext uri="{FF2B5EF4-FFF2-40B4-BE49-F238E27FC236}">
                <a16:creationId xmlns:a16="http://schemas.microsoft.com/office/drawing/2014/main" id="{0446B5CF-0B3B-458F-B293-E11AA55F1954}"/>
              </a:ext>
            </a:extLst>
          </p:cNvPr>
          <p:cNvSpPr/>
          <p:nvPr/>
        </p:nvSpPr>
        <p:spPr>
          <a:xfrm>
            <a:off x="5257800" y="1646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50" name="Rectangle 49">
            <a:extLst>
              <a:ext uri="{FF2B5EF4-FFF2-40B4-BE49-F238E27FC236}">
                <a16:creationId xmlns:a16="http://schemas.microsoft.com/office/drawing/2014/main" id="{B695B289-57FA-43AD-AE0F-33ED528CBE98}"/>
              </a:ext>
            </a:extLst>
          </p:cNvPr>
          <p:cNvSpPr/>
          <p:nvPr/>
        </p:nvSpPr>
        <p:spPr>
          <a:xfrm>
            <a:off x="5791200" y="1646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51" name="Rectangle 50">
            <a:extLst>
              <a:ext uri="{FF2B5EF4-FFF2-40B4-BE49-F238E27FC236}">
                <a16:creationId xmlns:a16="http://schemas.microsoft.com/office/drawing/2014/main" id="{685A67EC-ECFD-49FC-A89B-FA0F38C48C1C}"/>
              </a:ext>
            </a:extLst>
          </p:cNvPr>
          <p:cNvSpPr/>
          <p:nvPr/>
        </p:nvSpPr>
        <p:spPr>
          <a:xfrm>
            <a:off x="6324600" y="1646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52" name="Rectangle 51">
            <a:extLst>
              <a:ext uri="{FF2B5EF4-FFF2-40B4-BE49-F238E27FC236}">
                <a16:creationId xmlns:a16="http://schemas.microsoft.com/office/drawing/2014/main" id="{C78E2783-4D35-4D45-939A-1DB458EA2170}"/>
              </a:ext>
            </a:extLst>
          </p:cNvPr>
          <p:cNvSpPr/>
          <p:nvPr/>
        </p:nvSpPr>
        <p:spPr>
          <a:xfrm>
            <a:off x="6858000" y="1646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53" name="Rectangle 52">
            <a:extLst>
              <a:ext uri="{FF2B5EF4-FFF2-40B4-BE49-F238E27FC236}">
                <a16:creationId xmlns:a16="http://schemas.microsoft.com/office/drawing/2014/main" id="{3F565192-4470-49D1-9B76-4B60A4F33815}"/>
              </a:ext>
            </a:extLst>
          </p:cNvPr>
          <p:cNvSpPr/>
          <p:nvPr/>
        </p:nvSpPr>
        <p:spPr>
          <a:xfrm>
            <a:off x="7391400" y="1646238"/>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54" name="Rectangle 53">
            <a:extLst>
              <a:ext uri="{FF2B5EF4-FFF2-40B4-BE49-F238E27FC236}">
                <a16:creationId xmlns:a16="http://schemas.microsoft.com/office/drawing/2014/main" id="{E7C2CF8A-F190-495F-9044-49933093DD20}"/>
              </a:ext>
            </a:extLst>
          </p:cNvPr>
          <p:cNvSpPr/>
          <p:nvPr/>
        </p:nvSpPr>
        <p:spPr>
          <a:xfrm>
            <a:off x="3657600" y="14478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55" name="Rectangle 54">
            <a:extLst>
              <a:ext uri="{FF2B5EF4-FFF2-40B4-BE49-F238E27FC236}">
                <a16:creationId xmlns:a16="http://schemas.microsoft.com/office/drawing/2014/main" id="{CA615994-8923-469F-8740-5886C8158ACB}"/>
              </a:ext>
            </a:extLst>
          </p:cNvPr>
          <p:cNvSpPr/>
          <p:nvPr/>
        </p:nvSpPr>
        <p:spPr>
          <a:xfrm>
            <a:off x="4191000" y="14478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56" name="Rectangle 55">
            <a:extLst>
              <a:ext uri="{FF2B5EF4-FFF2-40B4-BE49-F238E27FC236}">
                <a16:creationId xmlns:a16="http://schemas.microsoft.com/office/drawing/2014/main" id="{C23F8142-D932-47AF-A01D-9D0A6C63E285}"/>
              </a:ext>
            </a:extLst>
          </p:cNvPr>
          <p:cNvSpPr/>
          <p:nvPr/>
        </p:nvSpPr>
        <p:spPr>
          <a:xfrm>
            <a:off x="4724400" y="14478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57" name="Rectangle 56">
            <a:extLst>
              <a:ext uri="{FF2B5EF4-FFF2-40B4-BE49-F238E27FC236}">
                <a16:creationId xmlns:a16="http://schemas.microsoft.com/office/drawing/2014/main" id="{48AE6868-56C6-4546-8500-D45B94D1A470}"/>
              </a:ext>
            </a:extLst>
          </p:cNvPr>
          <p:cNvSpPr/>
          <p:nvPr/>
        </p:nvSpPr>
        <p:spPr>
          <a:xfrm>
            <a:off x="5257800" y="1447800"/>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58" name="Rectangle 57">
            <a:extLst>
              <a:ext uri="{FF2B5EF4-FFF2-40B4-BE49-F238E27FC236}">
                <a16:creationId xmlns:a16="http://schemas.microsoft.com/office/drawing/2014/main" id="{F8CFBB82-6C0A-40B8-870B-892ED755C15F}"/>
              </a:ext>
            </a:extLst>
          </p:cNvPr>
          <p:cNvSpPr/>
          <p:nvPr/>
        </p:nvSpPr>
        <p:spPr>
          <a:xfrm>
            <a:off x="5791200" y="14478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59" name="Rectangle 58">
            <a:extLst>
              <a:ext uri="{FF2B5EF4-FFF2-40B4-BE49-F238E27FC236}">
                <a16:creationId xmlns:a16="http://schemas.microsoft.com/office/drawing/2014/main" id="{648D01A7-3F63-4CA4-9032-74EF146F37D3}"/>
              </a:ext>
            </a:extLst>
          </p:cNvPr>
          <p:cNvSpPr/>
          <p:nvPr/>
        </p:nvSpPr>
        <p:spPr>
          <a:xfrm>
            <a:off x="6324600" y="1447800"/>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60" name="Rectangle 59">
            <a:extLst>
              <a:ext uri="{FF2B5EF4-FFF2-40B4-BE49-F238E27FC236}">
                <a16:creationId xmlns:a16="http://schemas.microsoft.com/office/drawing/2014/main" id="{49D177A1-9CAA-45BB-BA3B-BE50AF3F65B5}"/>
              </a:ext>
            </a:extLst>
          </p:cNvPr>
          <p:cNvSpPr/>
          <p:nvPr/>
        </p:nvSpPr>
        <p:spPr>
          <a:xfrm>
            <a:off x="6858000" y="1447800"/>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61" name="Rectangle 60">
            <a:extLst>
              <a:ext uri="{FF2B5EF4-FFF2-40B4-BE49-F238E27FC236}">
                <a16:creationId xmlns:a16="http://schemas.microsoft.com/office/drawing/2014/main" id="{9F4DEB8A-DF79-4638-AE3D-E8438025B51D}"/>
              </a:ext>
            </a:extLst>
          </p:cNvPr>
          <p:cNvSpPr/>
          <p:nvPr/>
        </p:nvSpPr>
        <p:spPr>
          <a:xfrm>
            <a:off x="7391400" y="1447800"/>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62" name="Rectangle 61">
            <a:extLst>
              <a:ext uri="{FF2B5EF4-FFF2-40B4-BE49-F238E27FC236}">
                <a16:creationId xmlns:a16="http://schemas.microsoft.com/office/drawing/2014/main" id="{38C918D2-F3CB-4816-AE06-E5BD232CC4F6}"/>
              </a:ext>
            </a:extLst>
          </p:cNvPr>
          <p:cNvSpPr/>
          <p:nvPr/>
        </p:nvSpPr>
        <p:spPr>
          <a:xfrm>
            <a:off x="3657600" y="18748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63" name="Rectangle 62">
            <a:extLst>
              <a:ext uri="{FF2B5EF4-FFF2-40B4-BE49-F238E27FC236}">
                <a16:creationId xmlns:a16="http://schemas.microsoft.com/office/drawing/2014/main" id="{29E5B11F-4DFE-4AB3-A1E7-058CFC451D71}"/>
              </a:ext>
            </a:extLst>
          </p:cNvPr>
          <p:cNvSpPr/>
          <p:nvPr/>
        </p:nvSpPr>
        <p:spPr>
          <a:xfrm>
            <a:off x="4191000" y="18748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64" name="Rectangle 63">
            <a:extLst>
              <a:ext uri="{FF2B5EF4-FFF2-40B4-BE49-F238E27FC236}">
                <a16:creationId xmlns:a16="http://schemas.microsoft.com/office/drawing/2014/main" id="{2D3BB4A9-B822-4DEB-AE4C-DAE37DE720E5}"/>
              </a:ext>
            </a:extLst>
          </p:cNvPr>
          <p:cNvSpPr/>
          <p:nvPr/>
        </p:nvSpPr>
        <p:spPr>
          <a:xfrm>
            <a:off x="4724400" y="1874838"/>
            <a:ext cx="533400" cy="152400"/>
          </a:xfrm>
          <a:prstGeom prst="rect">
            <a:avLst/>
          </a:prstGeom>
          <a:solidFill>
            <a:srgbClr val="0066FF"/>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65" name="Rectangle 64">
            <a:extLst>
              <a:ext uri="{FF2B5EF4-FFF2-40B4-BE49-F238E27FC236}">
                <a16:creationId xmlns:a16="http://schemas.microsoft.com/office/drawing/2014/main" id="{8E0D3A83-379E-4FE2-99BB-7B5A4BD689A9}"/>
              </a:ext>
            </a:extLst>
          </p:cNvPr>
          <p:cNvSpPr/>
          <p:nvPr/>
        </p:nvSpPr>
        <p:spPr>
          <a:xfrm>
            <a:off x="5257800" y="18748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66" name="Rectangle 65">
            <a:extLst>
              <a:ext uri="{FF2B5EF4-FFF2-40B4-BE49-F238E27FC236}">
                <a16:creationId xmlns:a16="http://schemas.microsoft.com/office/drawing/2014/main" id="{F7549F7E-F44E-479E-93E0-1A5B6063729D}"/>
              </a:ext>
            </a:extLst>
          </p:cNvPr>
          <p:cNvSpPr/>
          <p:nvPr/>
        </p:nvSpPr>
        <p:spPr>
          <a:xfrm>
            <a:off x="5791200" y="18748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67" name="Rectangle 66">
            <a:extLst>
              <a:ext uri="{FF2B5EF4-FFF2-40B4-BE49-F238E27FC236}">
                <a16:creationId xmlns:a16="http://schemas.microsoft.com/office/drawing/2014/main" id="{2C324FED-A679-4D06-B979-40B6B280C863}"/>
              </a:ext>
            </a:extLst>
          </p:cNvPr>
          <p:cNvSpPr/>
          <p:nvPr/>
        </p:nvSpPr>
        <p:spPr>
          <a:xfrm>
            <a:off x="6324600" y="18748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68" name="Rectangle 67">
            <a:extLst>
              <a:ext uri="{FF2B5EF4-FFF2-40B4-BE49-F238E27FC236}">
                <a16:creationId xmlns:a16="http://schemas.microsoft.com/office/drawing/2014/main" id="{C1464B18-4C27-4D96-99AC-B30B6A999C84}"/>
              </a:ext>
            </a:extLst>
          </p:cNvPr>
          <p:cNvSpPr/>
          <p:nvPr/>
        </p:nvSpPr>
        <p:spPr>
          <a:xfrm>
            <a:off x="6858000" y="18748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69" name="Rectangle 68">
            <a:extLst>
              <a:ext uri="{FF2B5EF4-FFF2-40B4-BE49-F238E27FC236}">
                <a16:creationId xmlns:a16="http://schemas.microsoft.com/office/drawing/2014/main" id="{210FEEE5-17C4-464B-AB48-E39FA845B149}"/>
              </a:ext>
            </a:extLst>
          </p:cNvPr>
          <p:cNvSpPr/>
          <p:nvPr/>
        </p:nvSpPr>
        <p:spPr>
          <a:xfrm>
            <a:off x="7391400" y="18748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70" name="Rectangle 69">
            <a:extLst>
              <a:ext uri="{FF2B5EF4-FFF2-40B4-BE49-F238E27FC236}">
                <a16:creationId xmlns:a16="http://schemas.microsoft.com/office/drawing/2014/main" id="{208798DE-B42B-4163-B499-AF34AC406EFE}"/>
              </a:ext>
            </a:extLst>
          </p:cNvPr>
          <p:cNvSpPr/>
          <p:nvPr/>
        </p:nvSpPr>
        <p:spPr>
          <a:xfrm>
            <a:off x="3657600" y="2103438"/>
            <a:ext cx="533400" cy="152400"/>
          </a:xfrm>
          <a:prstGeom prst="rect">
            <a:avLst/>
          </a:prstGeom>
          <a:solidFill>
            <a:srgbClr val="0066FF"/>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71" name="Rectangle 70">
            <a:extLst>
              <a:ext uri="{FF2B5EF4-FFF2-40B4-BE49-F238E27FC236}">
                <a16:creationId xmlns:a16="http://schemas.microsoft.com/office/drawing/2014/main" id="{684B9790-F085-4074-9182-481603E0374C}"/>
              </a:ext>
            </a:extLst>
          </p:cNvPr>
          <p:cNvSpPr/>
          <p:nvPr/>
        </p:nvSpPr>
        <p:spPr>
          <a:xfrm>
            <a:off x="4191000" y="2103438"/>
            <a:ext cx="533400" cy="152400"/>
          </a:xfrm>
          <a:prstGeom prst="rect">
            <a:avLst/>
          </a:prstGeom>
          <a:solidFill>
            <a:srgbClr val="0066FF"/>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72" name="Rectangle 71">
            <a:extLst>
              <a:ext uri="{FF2B5EF4-FFF2-40B4-BE49-F238E27FC236}">
                <a16:creationId xmlns:a16="http://schemas.microsoft.com/office/drawing/2014/main" id="{BD4DBA01-9052-4A7D-A096-B926B052E7B4}"/>
              </a:ext>
            </a:extLst>
          </p:cNvPr>
          <p:cNvSpPr/>
          <p:nvPr/>
        </p:nvSpPr>
        <p:spPr>
          <a:xfrm>
            <a:off x="4724400" y="2103438"/>
            <a:ext cx="533400" cy="152400"/>
          </a:xfrm>
          <a:prstGeom prst="rect">
            <a:avLst/>
          </a:prstGeom>
          <a:solidFill>
            <a:srgbClr val="0066FF"/>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73" name="Rectangle 72">
            <a:extLst>
              <a:ext uri="{FF2B5EF4-FFF2-40B4-BE49-F238E27FC236}">
                <a16:creationId xmlns:a16="http://schemas.microsoft.com/office/drawing/2014/main" id="{C5E843EF-3F16-4505-942D-F1C79571CD83}"/>
              </a:ext>
            </a:extLst>
          </p:cNvPr>
          <p:cNvSpPr/>
          <p:nvPr/>
        </p:nvSpPr>
        <p:spPr>
          <a:xfrm>
            <a:off x="5257800" y="21034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74" name="Rectangle 73">
            <a:extLst>
              <a:ext uri="{FF2B5EF4-FFF2-40B4-BE49-F238E27FC236}">
                <a16:creationId xmlns:a16="http://schemas.microsoft.com/office/drawing/2014/main" id="{926A2E7C-CA4F-4E5D-A976-5AC53C0B6750}"/>
              </a:ext>
            </a:extLst>
          </p:cNvPr>
          <p:cNvSpPr/>
          <p:nvPr/>
        </p:nvSpPr>
        <p:spPr>
          <a:xfrm>
            <a:off x="5791200" y="21034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75" name="Rectangle 74">
            <a:extLst>
              <a:ext uri="{FF2B5EF4-FFF2-40B4-BE49-F238E27FC236}">
                <a16:creationId xmlns:a16="http://schemas.microsoft.com/office/drawing/2014/main" id="{D502B04A-5472-4842-A3EC-216ED31BCF07}"/>
              </a:ext>
            </a:extLst>
          </p:cNvPr>
          <p:cNvSpPr/>
          <p:nvPr/>
        </p:nvSpPr>
        <p:spPr>
          <a:xfrm>
            <a:off x="6324600" y="21034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76" name="Rectangle 75">
            <a:extLst>
              <a:ext uri="{FF2B5EF4-FFF2-40B4-BE49-F238E27FC236}">
                <a16:creationId xmlns:a16="http://schemas.microsoft.com/office/drawing/2014/main" id="{52D03995-E1CB-4EB5-9BD8-D4D1FF2D291F}"/>
              </a:ext>
            </a:extLst>
          </p:cNvPr>
          <p:cNvSpPr/>
          <p:nvPr/>
        </p:nvSpPr>
        <p:spPr>
          <a:xfrm>
            <a:off x="6858000" y="21034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77" name="Rectangle 76">
            <a:extLst>
              <a:ext uri="{FF2B5EF4-FFF2-40B4-BE49-F238E27FC236}">
                <a16:creationId xmlns:a16="http://schemas.microsoft.com/office/drawing/2014/main" id="{0AC9B790-19C2-4F60-A67A-0492FC47209D}"/>
              </a:ext>
            </a:extLst>
          </p:cNvPr>
          <p:cNvSpPr/>
          <p:nvPr/>
        </p:nvSpPr>
        <p:spPr>
          <a:xfrm>
            <a:off x="7391400" y="21034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78" name="Rectangle 77">
            <a:extLst>
              <a:ext uri="{FF2B5EF4-FFF2-40B4-BE49-F238E27FC236}">
                <a16:creationId xmlns:a16="http://schemas.microsoft.com/office/drawing/2014/main" id="{2B9D8CFB-B3C9-4E25-BDC0-027EA0715537}"/>
              </a:ext>
            </a:extLst>
          </p:cNvPr>
          <p:cNvSpPr/>
          <p:nvPr/>
        </p:nvSpPr>
        <p:spPr>
          <a:xfrm>
            <a:off x="3657600" y="23320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79" name="Rectangle 78">
            <a:extLst>
              <a:ext uri="{FF2B5EF4-FFF2-40B4-BE49-F238E27FC236}">
                <a16:creationId xmlns:a16="http://schemas.microsoft.com/office/drawing/2014/main" id="{743B66BE-D120-4509-B41F-E94F020C724A}"/>
              </a:ext>
            </a:extLst>
          </p:cNvPr>
          <p:cNvSpPr/>
          <p:nvPr/>
        </p:nvSpPr>
        <p:spPr>
          <a:xfrm>
            <a:off x="4191000" y="23320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80" name="Rectangle 79">
            <a:extLst>
              <a:ext uri="{FF2B5EF4-FFF2-40B4-BE49-F238E27FC236}">
                <a16:creationId xmlns:a16="http://schemas.microsoft.com/office/drawing/2014/main" id="{78203182-4FB6-4DC3-A0E7-6B65C5EF0425}"/>
              </a:ext>
            </a:extLst>
          </p:cNvPr>
          <p:cNvSpPr/>
          <p:nvPr/>
        </p:nvSpPr>
        <p:spPr>
          <a:xfrm>
            <a:off x="4724400" y="23320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81" name="Rectangle 80">
            <a:extLst>
              <a:ext uri="{FF2B5EF4-FFF2-40B4-BE49-F238E27FC236}">
                <a16:creationId xmlns:a16="http://schemas.microsoft.com/office/drawing/2014/main" id="{0894BA63-25F5-499B-B737-6B2097B553A4}"/>
              </a:ext>
            </a:extLst>
          </p:cNvPr>
          <p:cNvSpPr/>
          <p:nvPr/>
        </p:nvSpPr>
        <p:spPr>
          <a:xfrm>
            <a:off x="5257800" y="23320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82" name="Rectangle 81">
            <a:extLst>
              <a:ext uri="{FF2B5EF4-FFF2-40B4-BE49-F238E27FC236}">
                <a16:creationId xmlns:a16="http://schemas.microsoft.com/office/drawing/2014/main" id="{776F0F2C-AC9B-4EC5-A024-61021128F35E}"/>
              </a:ext>
            </a:extLst>
          </p:cNvPr>
          <p:cNvSpPr/>
          <p:nvPr/>
        </p:nvSpPr>
        <p:spPr>
          <a:xfrm>
            <a:off x="5791200" y="23320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83" name="Rectangle 82">
            <a:extLst>
              <a:ext uri="{FF2B5EF4-FFF2-40B4-BE49-F238E27FC236}">
                <a16:creationId xmlns:a16="http://schemas.microsoft.com/office/drawing/2014/main" id="{E95F049B-E25C-48E4-999A-4144CC6B706B}"/>
              </a:ext>
            </a:extLst>
          </p:cNvPr>
          <p:cNvSpPr/>
          <p:nvPr/>
        </p:nvSpPr>
        <p:spPr>
          <a:xfrm>
            <a:off x="6324600" y="23320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84" name="Rectangle 83">
            <a:extLst>
              <a:ext uri="{FF2B5EF4-FFF2-40B4-BE49-F238E27FC236}">
                <a16:creationId xmlns:a16="http://schemas.microsoft.com/office/drawing/2014/main" id="{1946609E-80D9-468C-82B5-E65DB2EF6CD9}"/>
              </a:ext>
            </a:extLst>
          </p:cNvPr>
          <p:cNvSpPr/>
          <p:nvPr/>
        </p:nvSpPr>
        <p:spPr>
          <a:xfrm>
            <a:off x="6858000" y="23320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85" name="Rectangle 84">
            <a:extLst>
              <a:ext uri="{FF2B5EF4-FFF2-40B4-BE49-F238E27FC236}">
                <a16:creationId xmlns:a16="http://schemas.microsoft.com/office/drawing/2014/main" id="{DF292EDB-40E1-4181-AEF6-2FDB884DDDFB}"/>
              </a:ext>
            </a:extLst>
          </p:cNvPr>
          <p:cNvSpPr/>
          <p:nvPr/>
        </p:nvSpPr>
        <p:spPr>
          <a:xfrm>
            <a:off x="7391400" y="23320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86" name="Rectangle 85">
            <a:extLst>
              <a:ext uri="{FF2B5EF4-FFF2-40B4-BE49-F238E27FC236}">
                <a16:creationId xmlns:a16="http://schemas.microsoft.com/office/drawing/2014/main" id="{F8F8B926-F8A6-41E4-B1AB-4BE0F91DC0AA}"/>
              </a:ext>
            </a:extLst>
          </p:cNvPr>
          <p:cNvSpPr/>
          <p:nvPr/>
        </p:nvSpPr>
        <p:spPr>
          <a:xfrm>
            <a:off x="3657600" y="2789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87" name="Rectangle 86">
            <a:extLst>
              <a:ext uri="{FF2B5EF4-FFF2-40B4-BE49-F238E27FC236}">
                <a16:creationId xmlns:a16="http://schemas.microsoft.com/office/drawing/2014/main" id="{C6926DC3-82BC-418C-B8BB-29A7105F03F2}"/>
              </a:ext>
            </a:extLst>
          </p:cNvPr>
          <p:cNvSpPr/>
          <p:nvPr/>
        </p:nvSpPr>
        <p:spPr>
          <a:xfrm>
            <a:off x="4191000" y="2789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88" name="Rectangle 87">
            <a:extLst>
              <a:ext uri="{FF2B5EF4-FFF2-40B4-BE49-F238E27FC236}">
                <a16:creationId xmlns:a16="http://schemas.microsoft.com/office/drawing/2014/main" id="{92B83A93-D083-4150-8454-AC49F5D1797B}"/>
              </a:ext>
            </a:extLst>
          </p:cNvPr>
          <p:cNvSpPr/>
          <p:nvPr/>
        </p:nvSpPr>
        <p:spPr>
          <a:xfrm>
            <a:off x="4724400" y="2789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89" name="Rectangle 88">
            <a:extLst>
              <a:ext uri="{FF2B5EF4-FFF2-40B4-BE49-F238E27FC236}">
                <a16:creationId xmlns:a16="http://schemas.microsoft.com/office/drawing/2014/main" id="{1173AB7A-7070-4AFE-A100-AF9173B36D06}"/>
              </a:ext>
            </a:extLst>
          </p:cNvPr>
          <p:cNvSpPr/>
          <p:nvPr/>
        </p:nvSpPr>
        <p:spPr>
          <a:xfrm>
            <a:off x="5257800" y="27892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90" name="Rectangle 89">
            <a:extLst>
              <a:ext uri="{FF2B5EF4-FFF2-40B4-BE49-F238E27FC236}">
                <a16:creationId xmlns:a16="http://schemas.microsoft.com/office/drawing/2014/main" id="{A5364FE3-C2E5-4457-8953-7C2A5FB55C4D}"/>
              </a:ext>
            </a:extLst>
          </p:cNvPr>
          <p:cNvSpPr/>
          <p:nvPr/>
        </p:nvSpPr>
        <p:spPr>
          <a:xfrm>
            <a:off x="5791200" y="2789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91" name="Rectangle 90">
            <a:extLst>
              <a:ext uri="{FF2B5EF4-FFF2-40B4-BE49-F238E27FC236}">
                <a16:creationId xmlns:a16="http://schemas.microsoft.com/office/drawing/2014/main" id="{DE4E5B1A-04C8-4AC7-9A78-B02F8A120E1A}"/>
              </a:ext>
            </a:extLst>
          </p:cNvPr>
          <p:cNvSpPr/>
          <p:nvPr/>
        </p:nvSpPr>
        <p:spPr>
          <a:xfrm>
            <a:off x="6324600" y="27892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92" name="Rectangle 91">
            <a:extLst>
              <a:ext uri="{FF2B5EF4-FFF2-40B4-BE49-F238E27FC236}">
                <a16:creationId xmlns:a16="http://schemas.microsoft.com/office/drawing/2014/main" id="{512963DD-72BA-45A1-B51A-85DF144DD14A}"/>
              </a:ext>
            </a:extLst>
          </p:cNvPr>
          <p:cNvSpPr/>
          <p:nvPr/>
        </p:nvSpPr>
        <p:spPr>
          <a:xfrm>
            <a:off x="6858000" y="27892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93" name="Rectangle 92">
            <a:extLst>
              <a:ext uri="{FF2B5EF4-FFF2-40B4-BE49-F238E27FC236}">
                <a16:creationId xmlns:a16="http://schemas.microsoft.com/office/drawing/2014/main" id="{0FA5BF0E-C2F2-41CE-934E-A91D54E98D3E}"/>
              </a:ext>
            </a:extLst>
          </p:cNvPr>
          <p:cNvSpPr/>
          <p:nvPr/>
        </p:nvSpPr>
        <p:spPr>
          <a:xfrm>
            <a:off x="7391400" y="27892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94" name="Rectangle 93">
            <a:extLst>
              <a:ext uri="{FF2B5EF4-FFF2-40B4-BE49-F238E27FC236}">
                <a16:creationId xmlns:a16="http://schemas.microsoft.com/office/drawing/2014/main" id="{D25E4CF8-CDC1-4671-8CAA-0B79CBF57908}"/>
              </a:ext>
            </a:extLst>
          </p:cNvPr>
          <p:cNvSpPr/>
          <p:nvPr/>
        </p:nvSpPr>
        <p:spPr>
          <a:xfrm>
            <a:off x="3657600" y="25606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95" name="Rectangle 94">
            <a:extLst>
              <a:ext uri="{FF2B5EF4-FFF2-40B4-BE49-F238E27FC236}">
                <a16:creationId xmlns:a16="http://schemas.microsoft.com/office/drawing/2014/main" id="{B41DB6A2-417D-41F7-99DB-7E52F60871CC}"/>
              </a:ext>
            </a:extLst>
          </p:cNvPr>
          <p:cNvSpPr/>
          <p:nvPr/>
        </p:nvSpPr>
        <p:spPr>
          <a:xfrm>
            <a:off x="4191000" y="25606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96" name="Rectangle 95">
            <a:extLst>
              <a:ext uri="{FF2B5EF4-FFF2-40B4-BE49-F238E27FC236}">
                <a16:creationId xmlns:a16="http://schemas.microsoft.com/office/drawing/2014/main" id="{FF9B9273-9D9B-49A2-8F0A-A11A54D84C1B}"/>
              </a:ext>
            </a:extLst>
          </p:cNvPr>
          <p:cNvSpPr/>
          <p:nvPr/>
        </p:nvSpPr>
        <p:spPr>
          <a:xfrm>
            <a:off x="4724400" y="25606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97" name="Rectangle 96">
            <a:extLst>
              <a:ext uri="{FF2B5EF4-FFF2-40B4-BE49-F238E27FC236}">
                <a16:creationId xmlns:a16="http://schemas.microsoft.com/office/drawing/2014/main" id="{552CCCB3-0764-40AA-88EF-CF3645B96150}"/>
              </a:ext>
            </a:extLst>
          </p:cNvPr>
          <p:cNvSpPr/>
          <p:nvPr/>
        </p:nvSpPr>
        <p:spPr>
          <a:xfrm>
            <a:off x="5257800" y="25606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98" name="Rectangle 97">
            <a:extLst>
              <a:ext uri="{FF2B5EF4-FFF2-40B4-BE49-F238E27FC236}">
                <a16:creationId xmlns:a16="http://schemas.microsoft.com/office/drawing/2014/main" id="{1EC5A48E-49D6-467C-994A-F38E687C0073}"/>
              </a:ext>
            </a:extLst>
          </p:cNvPr>
          <p:cNvSpPr/>
          <p:nvPr/>
        </p:nvSpPr>
        <p:spPr>
          <a:xfrm>
            <a:off x="5791200" y="25606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99" name="Rectangle 98">
            <a:extLst>
              <a:ext uri="{FF2B5EF4-FFF2-40B4-BE49-F238E27FC236}">
                <a16:creationId xmlns:a16="http://schemas.microsoft.com/office/drawing/2014/main" id="{8FE5B0BB-86C4-4024-8B36-2FE3ED960047}"/>
              </a:ext>
            </a:extLst>
          </p:cNvPr>
          <p:cNvSpPr/>
          <p:nvPr/>
        </p:nvSpPr>
        <p:spPr>
          <a:xfrm>
            <a:off x="6324600" y="25606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00" name="Rectangle 99">
            <a:extLst>
              <a:ext uri="{FF2B5EF4-FFF2-40B4-BE49-F238E27FC236}">
                <a16:creationId xmlns:a16="http://schemas.microsoft.com/office/drawing/2014/main" id="{D7BF2ECC-D324-47F7-83E4-AFF6C08C1F89}"/>
              </a:ext>
            </a:extLst>
          </p:cNvPr>
          <p:cNvSpPr/>
          <p:nvPr/>
        </p:nvSpPr>
        <p:spPr>
          <a:xfrm>
            <a:off x="6858000" y="25606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01" name="Rectangle 100">
            <a:extLst>
              <a:ext uri="{FF2B5EF4-FFF2-40B4-BE49-F238E27FC236}">
                <a16:creationId xmlns:a16="http://schemas.microsoft.com/office/drawing/2014/main" id="{2F9BA365-1158-420A-B4E5-9D60F59B9548}"/>
              </a:ext>
            </a:extLst>
          </p:cNvPr>
          <p:cNvSpPr/>
          <p:nvPr/>
        </p:nvSpPr>
        <p:spPr>
          <a:xfrm>
            <a:off x="7391400" y="2560638"/>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02" name="Rectangle 101">
            <a:extLst>
              <a:ext uri="{FF2B5EF4-FFF2-40B4-BE49-F238E27FC236}">
                <a16:creationId xmlns:a16="http://schemas.microsoft.com/office/drawing/2014/main" id="{868CA875-57D5-437D-93FB-6E39DED5C21F}"/>
              </a:ext>
            </a:extLst>
          </p:cNvPr>
          <p:cNvSpPr/>
          <p:nvPr/>
        </p:nvSpPr>
        <p:spPr>
          <a:xfrm>
            <a:off x="8382000" y="381000"/>
            <a:ext cx="3810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CA</a:t>
            </a:r>
          </a:p>
        </p:txBody>
      </p:sp>
      <p:sp>
        <p:nvSpPr>
          <p:cNvPr id="103" name="Rectangle 102">
            <a:extLst>
              <a:ext uri="{FF2B5EF4-FFF2-40B4-BE49-F238E27FC236}">
                <a16:creationId xmlns:a16="http://schemas.microsoft.com/office/drawing/2014/main" id="{09878A05-F75D-4EDB-9D32-FA623F18760D}"/>
              </a:ext>
            </a:extLst>
          </p:cNvPr>
          <p:cNvSpPr/>
          <p:nvPr/>
        </p:nvSpPr>
        <p:spPr>
          <a:xfrm>
            <a:off x="8382000" y="579438"/>
            <a:ext cx="3810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IT</a:t>
            </a:r>
          </a:p>
        </p:txBody>
      </p:sp>
      <p:sp>
        <p:nvSpPr>
          <p:cNvPr id="104" name="Rectangle 103">
            <a:extLst>
              <a:ext uri="{FF2B5EF4-FFF2-40B4-BE49-F238E27FC236}">
                <a16:creationId xmlns:a16="http://schemas.microsoft.com/office/drawing/2014/main" id="{C0836D1B-46F4-4920-8210-06655F932A18}"/>
              </a:ext>
            </a:extLst>
          </p:cNvPr>
          <p:cNvSpPr/>
          <p:nvPr/>
        </p:nvSpPr>
        <p:spPr>
          <a:xfrm>
            <a:off x="8382000" y="777875"/>
            <a:ext cx="381000" cy="152400"/>
          </a:xfrm>
          <a:prstGeom prst="rect">
            <a:avLst/>
          </a:prstGeom>
          <a:solidFill>
            <a:srgbClr val="0066FF"/>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BR</a:t>
            </a:r>
          </a:p>
        </p:txBody>
      </p:sp>
      <p:sp>
        <p:nvSpPr>
          <p:cNvPr id="105" name="Rectangle 104">
            <a:extLst>
              <a:ext uri="{FF2B5EF4-FFF2-40B4-BE49-F238E27FC236}">
                <a16:creationId xmlns:a16="http://schemas.microsoft.com/office/drawing/2014/main" id="{1E83B05E-F466-4D2C-9CC1-7A9AB382188F}"/>
              </a:ext>
            </a:extLst>
          </p:cNvPr>
          <p:cNvSpPr/>
          <p:nvPr/>
        </p:nvSpPr>
        <p:spPr>
          <a:xfrm>
            <a:off x="8382000" y="990600"/>
            <a:ext cx="3810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NC</a:t>
            </a:r>
          </a:p>
        </p:txBody>
      </p:sp>
      <p:graphicFrame>
        <p:nvGraphicFramePr>
          <p:cNvPr id="106" name="Table 105">
            <a:extLst>
              <a:ext uri="{FF2B5EF4-FFF2-40B4-BE49-F238E27FC236}">
                <a16:creationId xmlns:a16="http://schemas.microsoft.com/office/drawing/2014/main" id="{44F488CD-A706-430A-B8B6-2412B8566DE2}"/>
              </a:ext>
            </a:extLst>
          </p:cNvPr>
          <p:cNvGraphicFramePr>
            <a:graphicFrameLocks noGrp="1"/>
          </p:cNvGraphicFramePr>
          <p:nvPr/>
        </p:nvGraphicFramePr>
        <p:xfrm>
          <a:off x="2667000" y="3124200"/>
          <a:ext cx="927100" cy="3200400"/>
        </p:xfrm>
        <a:graphic>
          <a:graphicData uri="http://schemas.openxmlformats.org/drawingml/2006/table">
            <a:tbl>
              <a:tblPr/>
              <a:tblGrid>
                <a:gridCol w="927100">
                  <a:extLst>
                    <a:ext uri="{9D8B030D-6E8A-4147-A177-3AD203B41FA5}">
                      <a16:colId xmlns:a16="http://schemas.microsoft.com/office/drawing/2014/main" val="20000"/>
                    </a:ext>
                  </a:extLst>
                </a:gridCol>
              </a:tblGrid>
              <a:tr h="228600">
                <a:tc>
                  <a:txBody>
                    <a:bodyPr/>
                    <a:lstStyle/>
                    <a:p>
                      <a:pPr algn="ctr" fontAlgn="b"/>
                      <a:r>
                        <a:rPr lang="en-US" sz="1100" b="0" i="0" u="none" strike="noStrike" dirty="0" err="1">
                          <a:solidFill>
                            <a:srgbClr val="006100"/>
                          </a:solidFill>
                          <a:effectLst/>
                          <a:latin typeface="Calibri"/>
                        </a:rPr>
                        <a:t>rgNC</a:t>
                      </a:r>
                      <a:r>
                        <a:rPr lang="en-US" sz="1100" b="0" i="0" u="none" strike="noStrike" dirty="0">
                          <a:solidFill>
                            <a:srgbClr val="006100"/>
                          </a:solidFill>
                          <a:effectLst/>
                          <a:latin typeface="Calibri"/>
                        </a:rPr>
                        <a:t>/02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extLst>
                  <a:ext uri="{0D108BD9-81ED-4DB2-BD59-A6C34878D82A}">
                    <a16:rowId xmlns:a16="http://schemas.microsoft.com/office/drawing/2014/main" val="10000"/>
                  </a:ext>
                </a:extLst>
              </a:tr>
              <a:tr h="228600">
                <a:tc>
                  <a:txBody>
                    <a:bodyPr/>
                    <a:lstStyle/>
                    <a:p>
                      <a:pPr algn="ctr" fontAlgn="ctr"/>
                      <a:r>
                        <a:rPr lang="en-US" sz="1100" b="0" i="0" u="none" strike="noStrike">
                          <a:solidFill>
                            <a:srgbClr val="006100"/>
                          </a:solidFill>
                          <a:effectLst/>
                          <a:latin typeface="Calibri"/>
                        </a:rPr>
                        <a:t>rgNC/CA</a:t>
                      </a:r>
                      <a:r>
                        <a:rPr lang="en-US" sz="1100" b="0" i="0" u="none" strike="noStrike" baseline="-25000">
                          <a:solidFill>
                            <a:srgbClr val="000000"/>
                          </a:solidFill>
                          <a:effectLst/>
                          <a:latin typeface="Calibri"/>
                        </a:rPr>
                        <a:t>HA</a:t>
                      </a:r>
                      <a:endParaRPr lang="en-US" sz="1100" b="0" i="0" u="none" strike="noStrike">
                        <a:solidFill>
                          <a:srgbClr val="0061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extLst>
                  <a:ext uri="{0D108BD9-81ED-4DB2-BD59-A6C34878D82A}">
                    <a16:rowId xmlns:a16="http://schemas.microsoft.com/office/drawing/2014/main" val="10001"/>
                  </a:ext>
                </a:extLst>
              </a:tr>
              <a:tr h="228600">
                <a:tc>
                  <a:txBody>
                    <a:bodyPr/>
                    <a:lstStyle/>
                    <a:p>
                      <a:pPr algn="ctr" fontAlgn="ctr"/>
                      <a:r>
                        <a:rPr lang="en-US" sz="1100" b="0" i="0" u="none" strike="noStrike">
                          <a:solidFill>
                            <a:srgbClr val="006100"/>
                          </a:solidFill>
                          <a:effectLst/>
                          <a:latin typeface="Calibri"/>
                        </a:rPr>
                        <a:t>rgNC/CA</a:t>
                      </a:r>
                      <a:r>
                        <a:rPr lang="en-US" sz="1100" b="0" i="0" u="none" strike="noStrike" baseline="-25000">
                          <a:solidFill>
                            <a:srgbClr val="000000"/>
                          </a:solidFill>
                          <a:effectLst/>
                          <a:latin typeface="Calibri"/>
                        </a:rPr>
                        <a:t>NA</a:t>
                      </a:r>
                      <a:endParaRPr lang="en-US" sz="1100" b="0" i="0" u="none" strike="noStrike">
                        <a:solidFill>
                          <a:srgbClr val="0061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extLst>
                  <a:ext uri="{0D108BD9-81ED-4DB2-BD59-A6C34878D82A}">
                    <a16:rowId xmlns:a16="http://schemas.microsoft.com/office/drawing/2014/main" val="10002"/>
                  </a:ext>
                </a:extLst>
              </a:tr>
              <a:tr h="228600">
                <a:tc>
                  <a:txBody>
                    <a:bodyPr/>
                    <a:lstStyle/>
                    <a:p>
                      <a:pPr algn="ctr" fontAlgn="ctr"/>
                      <a:r>
                        <a:rPr lang="en-US" sz="1100" b="0" i="0" u="none" strike="noStrike">
                          <a:solidFill>
                            <a:srgbClr val="006100"/>
                          </a:solidFill>
                          <a:effectLst/>
                          <a:latin typeface="Calibri"/>
                        </a:rPr>
                        <a:t>rgNC/CA</a:t>
                      </a:r>
                      <a:r>
                        <a:rPr lang="en-US" sz="1100" b="0" i="0" u="none" strike="noStrike" baseline="-25000">
                          <a:solidFill>
                            <a:srgbClr val="000000"/>
                          </a:solidFill>
                          <a:effectLst/>
                          <a:latin typeface="Calibri"/>
                        </a:rPr>
                        <a:t>M</a:t>
                      </a:r>
                      <a:endParaRPr lang="en-US" sz="1100" b="0" i="0" u="none" strike="noStrike">
                        <a:solidFill>
                          <a:srgbClr val="0061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extLst>
                  <a:ext uri="{0D108BD9-81ED-4DB2-BD59-A6C34878D82A}">
                    <a16:rowId xmlns:a16="http://schemas.microsoft.com/office/drawing/2014/main" val="10003"/>
                  </a:ext>
                </a:extLst>
              </a:tr>
              <a:tr h="228600">
                <a:tc>
                  <a:txBody>
                    <a:bodyPr/>
                    <a:lstStyle/>
                    <a:p>
                      <a:pPr algn="ctr" fontAlgn="ctr"/>
                      <a:r>
                        <a:rPr lang="en-US" sz="1100" b="0" i="0" u="none" strike="noStrike">
                          <a:solidFill>
                            <a:srgbClr val="006100"/>
                          </a:solidFill>
                          <a:effectLst/>
                          <a:latin typeface="Calibri"/>
                        </a:rPr>
                        <a:t>rgNC/CA</a:t>
                      </a:r>
                      <a:r>
                        <a:rPr lang="en-US" sz="1100" b="0" i="0" u="none" strike="noStrike" baseline="-25000">
                          <a:solidFill>
                            <a:srgbClr val="000000"/>
                          </a:solidFill>
                          <a:effectLst/>
                          <a:latin typeface="Calibri"/>
                        </a:rPr>
                        <a:t>NAM</a:t>
                      </a:r>
                      <a:endParaRPr lang="en-US" sz="1100" b="0" i="0" u="none" strike="noStrike">
                        <a:solidFill>
                          <a:srgbClr val="0061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extLst>
                  <a:ext uri="{0D108BD9-81ED-4DB2-BD59-A6C34878D82A}">
                    <a16:rowId xmlns:a16="http://schemas.microsoft.com/office/drawing/2014/main" val="10004"/>
                  </a:ext>
                </a:extLst>
              </a:tr>
              <a:tr h="228600">
                <a:tc>
                  <a:txBody>
                    <a:bodyPr/>
                    <a:lstStyle/>
                    <a:p>
                      <a:pPr algn="ctr" fontAlgn="ctr"/>
                      <a:r>
                        <a:rPr lang="en-US" sz="1100" b="0" i="0" u="none" strike="noStrike">
                          <a:solidFill>
                            <a:srgbClr val="006100"/>
                          </a:solidFill>
                          <a:effectLst/>
                          <a:latin typeface="Calibri"/>
                        </a:rPr>
                        <a:t>rgNC/CA</a:t>
                      </a:r>
                      <a:r>
                        <a:rPr lang="en-US" sz="1100" b="0" i="0" u="none" strike="noStrike" baseline="-25000">
                          <a:solidFill>
                            <a:srgbClr val="000000"/>
                          </a:solidFill>
                          <a:effectLst/>
                          <a:latin typeface="Calibri"/>
                        </a:rPr>
                        <a:t>HANAM</a:t>
                      </a:r>
                      <a:endParaRPr lang="en-US" sz="1100" b="0" i="0" u="none" strike="noStrike">
                        <a:solidFill>
                          <a:srgbClr val="0061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extLst>
                  <a:ext uri="{0D108BD9-81ED-4DB2-BD59-A6C34878D82A}">
                    <a16:rowId xmlns:a16="http://schemas.microsoft.com/office/drawing/2014/main" val="10005"/>
                  </a:ext>
                </a:extLst>
              </a:tr>
              <a:tr h="228600">
                <a:tc>
                  <a:txBody>
                    <a:bodyPr/>
                    <a:lstStyle/>
                    <a:p>
                      <a:pPr algn="ctr" fontAlgn="b"/>
                      <a:r>
                        <a:rPr lang="en-US" sz="1100" b="0" i="0" u="none" strike="noStrike">
                          <a:solidFill>
                            <a:srgbClr val="006100"/>
                          </a:solidFill>
                          <a:effectLst/>
                          <a:latin typeface="Calibri"/>
                        </a:rPr>
                        <a:t>rgNC/IT</a:t>
                      </a:r>
                      <a:r>
                        <a:rPr lang="en-US" sz="1100" b="0" i="0" u="none" strike="noStrike" baseline="-25000">
                          <a:solidFill>
                            <a:srgbClr val="000000"/>
                          </a:solidFill>
                          <a:effectLst/>
                          <a:latin typeface="Calibri"/>
                        </a:rPr>
                        <a:t>PB2</a:t>
                      </a:r>
                      <a:endParaRPr lang="en-US" sz="1100" b="0" i="0" u="none" strike="noStrike">
                        <a:solidFill>
                          <a:srgbClr val="0061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extLst>
                  <a:ext uri="{0D108BD9-81ED-4DB2-BD59-A6C34878D82A}">
                    <a16:rowId xmlns:a16="http://schemas.microsoft.com/office/drawing/2014/main" val="10006"/>
                  </a:ext>
                </a:extLst>
              </a:tr>
              <a:tr h="228600">
                <a:tc>
                  <a:txBody>
                    <a:bodyPr/>
                    <a:lstStyle/>
                    <a:p>
                      <a:pPr algn="ctr" fontAlgn="b"/>
                      <a:r>
                        <a:rPr lang="en-US" sz="1100" b="0" i="0" u="none" strike="noStrike">
                          <a:solidFill>
                            <a:srgbClr val="006100"/>
                          </a:solidFill>
                          <a:effectLst/>
                          <a:latin typeface="Calibri"/>
                        </a:rPr>
                        <a:t>rgNC/IT</a:t>
                      </a:r>
                      <a:r>
                        <a:rPr lang="en-US" sz="1100" b="0" i="0" u="none" strike="noStrike" baseline="-25000">
                          <a:solidFill>
                            <a:srgbClr val="000000"/>
                          </a:solidFill>
                          <a:effectLst/>
                          <a:latin typeface="Calibri"/>
                        </a:rPr>
                        <a:t>HA</a:t>
                      </a:r>
                      <a:endParaRPr lang="en-US" sz="1100" b="0" i="0" u="none" strike="noStrike">
                        <a:solidFill>
                          <a:srgbClr val="0061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extLst>
                  <a:ext uri="{0D108BD9-81ED-4DB2-BD59-A6C34878D82A}">
                    <a16:rowId xmlns:a16="http://schemas.microsoft.com/office/drawing/2014/main" val="10007"/>
                  </a:ext>
                </a:extLst>
              </a:tr>
              <a:tr h="228600">
                <a:tc>
                  <a:txBody>
                    <a:bodyPr/>
                    <a:lstStyle/>
                    <a:p>
                      <a:pPr algn="ctr" fontAlgn="b"/>
                      <a:r>
                        <a:rPr lang="en-US" sz="1100" b="0" i="0" u="none" strike="noStrike">
                          <a:solidFill>
                            <a:srgbClr val="006100"/>
                          </a:solidFill>
                          <a:effectLst/>
                          <a:latin typeface="Calibri"/>
                        </a:rPr>
                        <a:t>rgNC/IT</a:t>
                      </a:r>
                      <a:r>
                        <a:rPr lang="en-US" sz="1100" b="0" i="0" u="none" strike="noStrike" baseline="-25000">
                          <a:solidFill>
                            <a:srgbClr val="000000"/>
                          </a:solidFill>
                          <a:effectLst/>
                          <a:latin typeface="Calibri"/>
                        </a:rPr>
                        <a:t>NP</a:t>
                      </a:r>
                      <a:endParaRPr lang="en-US" sz="1100" b="0" i="0" u="none" strike="noStrike">
                        <a:solidFill>
                          <a:srgbClr val="0061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extLst>
                  <a:ext uri="{0D108BD9-81ED-4DB2-BD59-A6C34878D82A}">
                    <a16:rowId xmlns:a16="http://schemas.microsoft.com/office/drawing/2014/main" val="10008"/>
                  </a:ext>
                </a:extLst>
              </a:tr>
              <a:tr h="228600">
                <a:tc>
                  <a:txBody>
                    <a:bodyPr/>
                    <a:lstStyle/>
                    <a:p>
                      <a:pPr algn="ctr" fontAlgn="b"/>
                      <a:r>
                        <a:rPr lang="en-US" sz="1100" b="0" i="0" u="none" strike="noStrike">
                          <a:solidFill>
                            <a:srgbClr val="006100"/>
                          </a:solidFill>
                          <a:effectLst/>
                          <a:latin typeface="Calibri"/>
                        </a:rPr>
                        <a:t>rgNC/IT</a:t>
                      </a:r>
                      <a:r>
                        <a:rPr lang="en-US" sz="1100" b="0" i="0" u="none" strike="noStrike" baseline="-25000">
                          <a:solidFill>
                            <a:srgbClr val="000000"/>
                          </a:solidFill>
                          <a:effectLst/>
                          <a:latin typeface="Calibri"/>
                        </a:rPr>
                        <a:t>NA</a:t>
                      </a:r>
                      <a:endParaRPr lang="en-US" sz="1100" b="0" i="0" u="none" strike="noStrike">
                        <a:solidFill>
                          <a:srgbClr val="0061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extLst>
                  <a:ext uri="{0D108BD9-81ED-4DB2-BD59-A6C34878D82A}">
                    <a16:rowId xmlns:a16="http://schemas.microsoft.com/office/drawing/2014/main" val="10009"/>
                  </a:ext>
                </a:extLst>
              </a:tr>
              <a:tr h="228600">
                <a:tc>
                  <a:txBody>
                    <a:bodyPr/>
                    <a:lstStyle/>
                    <a:p>
                      <a:pPr algn="ctr" fontAlgn="b"/>
                      <a:r>
                        <a:rPr lang="en-US" sz="1100" b="0" i="0" u="none" strike="noStrike">
                          <a:solidFill>
                            <a:srgbClr val="006100"/>
                          </a:solidFill>
                          <a:effectLst/>
                          <a:latin typeface="Calibri"/>
                        </a:rPr>
                        <a:t>rgNC/IT</a:t>
                      </a:r>
                      <a:r>
                        <a:rPr lang="en-US" sz="1100" b="0" i="0" u="none" strike="noStrike" baseline="-25000">
                          <a:solidFill>
                            <a:srgbClr val="000000"/>
                          </a:solidFill>
                          <a:effectLst/>
                          <a:latin typeface="Calibri"/>
                        </a:rPr>
                        <a:t>M</a:t>
                      </a:r>
                      <a:endParaRPr lang="en-US" sz="1100" b="0" i="0" u="none" strike="noStrike">
                        <a:solidFill>
                          <a:srgbClr val="0061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extLst>
                  <a:ext uri="{0D108BD9-81ED-4DB2-BD59-A6C34878D82A}">
                    <a16:rowId xmlns:a16="http://schemas.microsoft.com/office/drawing/2014/main" val="10010"/>
                  </a:ext>
                </a:extLst>
              </a:tr>
              <a:tr h="228600">
                <a:tc>
                  <a:txBody>
                    <a:bodyPr/>
                    <a:lstStyle/>
                    <a:p>
                      <a:pPr algn="ctr" fontAlgn="b"/>
                      <a:r>
                        <a:rPr lang="en-US" sz="1100" b="0" i="0" u="none" strike="noStrike">
                          <a:solidFill>
                            <a:srgbClr val="006100"/>
                          </a:solidFill>
                          <a:effectLst/>
                          <a:latin typeface="Calibri"/>
                        </a:rPr>
                        <a:t>rgNC/IT</a:t>
                      </a:r>
                      <a:r>
                        <a:rPr lang="en-US" sz="1100" b="0" i="0" u="none" strike="noStrike" baseline="-25000">
                          <a:solidFill>
                            <a:srgbClr val="000000"/>
                          </a:solidFill>
                          <a:effectLst/>
                          <a:latin typeface="Calibri"/>
                        </a:rPr>
                        <a:t>NAM</a:t>
                      </a:r>
                      <a:endParaRPr lang="en-US" sz="1100" b="0" i="0" u="none" strike="noStrike">
                        <a:solidFill>
                          <a:srgbClr val="0061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extLst>
                  <a:ext uri="{0D108BD9-81ED-4DB2-BD59-A6C34878D82A}">
                    <a16:rowId xmlns:a16="http://schemas.microsoft.com/office/drawing/2014/main" val="10011"/>
                  </a:ext>
                </a:extLst>
              </a:tr>
              <a:tr h="228600">
                <a:tc>
                  <a:txBody>
                    <a:bodyPr/>
                    <a:lstStyle/>
                    <a:p>
                      <a:pPr algn="ctr" fontAlgn="b"/>
                      <a:r>
                        <a:rPr lang="en-US" sz="1100" b="0" i="0" u="none" strike="noStrike" dirty="0" err="1">
                          <a:solidFill>
                            <a:srgbClr val="006100"/>
                          </a:solidFill>
                          <a:effectLst/>
                          <a:latin typeface="Calibri"/>
                        </a:rPr>
                        <a:t>rgNC</a:t>
                      </a:r>
                      <a:r>
                        <a:rPr lang="en-US" sz="1100" b="0" i="0" u="none" strike="noStrike" dirty="0">
                          <a:solidFill>
                            <a:srgbClr val="006100"/>
                          </a:solidFill>
                          <a:effectLst/>
                          <a:latin typeface="Calibri"/>
                        </a:rPr>
                        <a:t>/IT</a:t>
                      </a:r>
                      <a:r>
                        <a:rPr lang="en-US" sz="1100" b="0" i="0" u="none" strike="noStrike" baseline="-25000" dirty="0">
                          <a:solidFill>
                            <a:srgbClr val="000000"/>
                          </a:solidFill>
                          <a:effectLst/>
                          <a:latin typeface="Calibri"/>
                        </a:rPr>
                        <a:t>HANAM</a:t>
                      </a:r>
                      <a:endParaRPr lang="en-US" sz="1100" b="0" i="0" u="none" strike="noStrike" dirty="0">
                        <a:solidFill>
                          <a:srgbClr val="0061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extLst>
                  <a:ext uri="{0D108BD9-81ED-4DB2-BD59-A6C34878D82A}">
                    <a16:rowId xmlns:a16="http://schemas.microsoft.com/office/drawing/2014/main" val="10012"/>
                  </a:ext>
                </a:extLst>
              </a:tr>
              <a:tr h="228600">
                <a:tc>
                  <a:txBody>
                    <a:bodyPr/>
                    <a:lstStyle/>
                    <a:p>
                      <a:pPr algn="ctr" fontAlgn="b"/>
                      <a:r>
                        <a:rPr lang="en-US" sz="1100" b="0" i="0" u="none" strike="noStrike" dirty="0" err="1">
                          <a:solidFill>
                            <a:srgbClr val="006100"/>
                          </a:solidFill>
                          <a:effectLst/>
                          <a:latin typeface="Calibri"/>
                        </a:rPr>
                        <a:t>rgNC</a:t>
                      </a:r>
                      <a:r>
                        <a:rPr lang="en-US" sz="1100" b="0" i="0" u="none" strike="noStrike" dirty="0">
                          <a:solidFill>
                            <a:srgbClr val="006100"/>
                          </a:solidFill>
                          <a:effectLst/>
                          <a:latin typeface="Calibri"/>
                        </a:rPr>
                        <a:t>/</a:t>
                      </a:r>
                      <a:r>
                        <a:rPr lang="en-US" sz="1100" b="0" i="0" u="none" strike="noStrike" dirty="0" err="1">
                          <a:solidFill>
                            <a:srgbClr val="006100"/>
                          </a:solidFill>
                          <a:effectLst/>
                          <a:latin typeface="Calibri"/>
                        </a:rPr>
                        <a:t>Br</a:t>
                      </a:r>
                      <a:r>
                        <a:rPr lang="en-US" sz="1100" b="0" i="0" u="none" strike="noStrike" baseline="-25000" dirty="0" err="1">
                          <a:solidFill>
                            <a:srgbClr val="000000"/>
                          </a:solidFill>
                          <a:effectLst/>
                          <a:latin typeface="Calibri"/>
                        </a:rPr>
                        <a:t>NP</a:t>
                      </a:r>
                      <a:endParaRPr lang="en-US" sz="1100" b="0" i="0" u="none" strike="noStrike" dirty="0">
                        <a:solidFill>
                          <a:srgbClr val="0061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FCE"/>
                    </a:solidFill>
                  </a:tcPr>
                </a:tc>
                <a:extLst>
                  <a:ext uri="{0D108BD9-81ED-4DB2-BD59-A6C34878D82A}">
                    <a16:rowId xmlns:a16="http://schemas.microsoft.com/office/drawing/2014/main" val="10013"/>
                  </a:ext>
                </a:extLst>
              </a:tr>
            </a:tbl>
          </a:graphicData>
        </a:graphic>
      </p:graphicFrame>
      <p:sp>
        <p:nvSpPr>
          <p:cNvPr id="107" name="Rectangle 106">
            <a:extLst>
              <a:ext uri="{FF2B5EF4-FFF2-40B4-BE49-F238E27FC236}">
                <a16:creationId xmlns:a16="http://schemas.microsoft.com/office/drawing/2014/main" id="{CE7508BB-C7AB-4A83-98D5-86B15CA2227D}"/>
              </a:ext>
            </a:extLst>
          </p:cNvPr>
          <p:cNvSpPr/>
          <p:nvPr/>
        </p:nvSpPr>
        <p:spPr>
          <a:xfrm>
            <a:off x="3657600" y="31702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PB2</a:t>
            </a:r>
          </a:p>
        </p:txBody>
      </p:sp>
      <p:sp>
        <p:nvSpPr>
          <p:cNvPr id="108" name="Rectangle 107">
            <a:extLst>
              <a:ext uri="{FF2B5EF4-FFF2-40B4-BE49-F238E27FC236}">
                <a16:creationId xmlns:a16="http://schemas.microsoft.com/office/drawing/2014/main" id="{D065C8EF-AFB5-4C0A-9FBA-ACB7E01D1B40}"/>
              </a:ext>
            </a:extLst>
          </p:cNvPr>
          <p:cNvSpPr/>
          <p:nvPr/>
        </p:nvSpPr>
        <p:spPr>
          <a:xfrm>
            <a:off x="4191000" y="31702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PB1</a:t>
            </a:r>
          </a:p>
        </p:txBody>
      </p:sp>
      <p:sp>
        <p:nvSpPr>
          <p:cNvPr id="109" name="Rectangle 108">
            <a:extLst>
              <a:ext uri="{FF2B5EF4-FFF2-40B4-BE49-F238E27FC236}">
                <a16:creationId xmlns:a16="http://schemas.microsoft.com/office/drawing/2014/main" id="{5F3864B8-9386-4BD7-884B-4AD6D5F9D7E4}"/>
              </a:ext>
            </a:extLst>
          </p:cNvPr>
          <p:cNvSpPr/>
          <p:nvPr/>
        </p:nvSpPr>
        <p:spPr>
          <a:xfrm>
            <a:off x="4724400" y="31702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PA</a:t>
            </a:r>
          </a:p>
        </p:txBody>
      </p:sp>
      <p:sp>
        <p:nvSpPr>
          <p:cNvPr id="110" name="Rectangle 109">
            <a:extLst>
              <a:ext uri="{FF2B5EF4-FFF2-40B4-BE49-F238E27FC236}">
                <a16:creationId xmlns:a16="http://schemas.microsoft.com/office/drawing/2014/main" id="{A3BA3AC1-4EAF-4719-BD27-C03236BFBEF0}"/>
              </a:ext>
            </a:extLst>
          </p:cNvPr>
          <p:cNvSpPr/>
          <p:nvPr/>
        </p:nvSpPr>
        <p:spPr>
          <a:xfrm>
            <a:off x="5257800" y="31702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HA</a:t>
            </a:r>
          </a:p>
        </p:txBody>
      </p:sp>
      <p:sp>
        <p:nvSpPr>
          <p:cNvPr id="111" name="Rectangle 110">
            <a:extLst>
              <a:ext uri="{FF2B5EF4-FFF2-40B4-BE49-F238E27FC236}">
                <a16:creationId xmlns:a16="http://schemas.microsoft.com/office/drawing/2014/main" id="{A4860504-068B-4FFB-9C9E-DBFCBC6DA240}"/>
              </a:ext>
            </a:extLst>
          </p:cNvPr>
          <p:cNvSpPr/>
          <p:nvPr/>
        </p:nvSpPr>
        <p:spPr>
          <a:xfrm>
            <a:off x="5791200" y="31702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NP</a:t>
            </a:r>
          </a:p>
        </p:txBody>
      </p:sp>
      <p:sp>
        <p:nvSpPr>
          <p:cNvPr id="112" name="Rectangle 111">
            <a:extLst>
              <a:ext uri="{FF2B5EF4-FFF2-40B4-BE49-F238E27FC236}">
                <a16:creationId xmlns:a16="http://schemas.microsoft.com/office/drawing/2014/main" id="{C492647B-3B1B-47C3-9C61-657FD6CE73EB}"/>
              </a:ext>
            </a:extLst>
          </p:cNvPr>
          <p:cNvSpPr/>
          <p:nvPr/>
        </p:nvSpPr>
        <p:spPr>
          <a:xfrm>
            <a:off x="6324600" y="31702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NA</a:t>
            </a:r>
          </a:p>
        </p:txBody>
      </p:sp>
      <p:sp>
        <p:nvSpPr>
          <p:cNvPr id="113" name="Rectangle 112">
            <a:extLst>
              <a:ext uri="{FF2B5EF4-FFF2-40B4-BE49-F238E27FC236}">
                <a16:creationId xmlns:a16="http://schemas.microsoft.com/office/drawing/2014/main" id="{0DB6F047-2AF6-4A44-A1D7-240EFB9FF710}"/>
              </a:ext>
            </a:extLst>
          </p:cNvPr>
          <p:cNvSpPr/>
          <p:nvPr/>
        </p:nvSpPr>
        <p:spPr>
          <a:xfrm>
            <a:off x="6858000" y="31702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M</a:t>
            </a:r>
          </a:p>
        </p:txBody>
      </p:sp>
      <p:sp>
        <p:nvSpPr>
          <p:cNvPr id="114" name="Rectangle 113">
            <a:extLst>
              <a:ext uri="{FF2B5EF4-FFF2-40B4-BE49-F238E27FC236}">
                <a16:creationId xmlns:a16="http://schemas.microsoft.com/office/drawing/2014/main" id="{F1F9F3C0-3176-4EA6-9F9A-98BDCBA0DB66}"/>
              </a:ext>
            </a:extLst>
          </p:cNvPr>
          <p:cNvSpPr/>
          <p:nvPr/>
        </p:nvSpPr>
        <p:spPr>
          <a:xfrm>
            <a:off x="7391400" y="31702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NS</a:t>
            </a:r>
          </a:p>
        </p:txBody>
      </p:sp>
      <p:sp>
        <p:nvSpPr>
          <p:cNvPr id="115" name="Rectangle 114">
            <a:extLst>
              <a:ext uri="{FF2B5EF4-FFF2-40B4-BE49-F238E27FC236}">
                <a16:creationId xmlns:a16="http://schemas.microsoft.com/office/drawing/2014/main" id="{D801F374-AB07-4D8A-B969-8DB77882ACDA}"/>
              </a:ext>
            </a:extLst>
          </p:cNvPr>
          <p:cNvSpPr/>
          <p:nvPr/>
        </p:nvSpPr>
        <p:spPr>
          <a:xfrm>
            <a:off x="3657600" y="341312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16" name="Rectangle 115">
            <a:extLst>
              <a:ext uri="{FF2B5EF4-FFF2-40B4-BE49-F238E27FC236}">
                <a16:creationId xmlns:a16="http://schemas.microsoft.com/office/drawing/2014/main" id="{64C200FA-261B-4DB1-96ED-06ADBA92BF13}"/>
              </a:ext>
            </a:extLst>
          </p:cNvPr>
          <p:cNvSpPr/>
          <p:nvPr/>
        </p:nvSpPr>
        <p:spPr>
          <a:xfrm>
            <a:off x="4191000" y="341312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17" name="Rectangle 116">
            <a:extLst>
              <a:ext uri="{FF2B5EF4-FFF2-40B4-BE49-F238E27FC236}">
                <a16:creationId xmlns:a16="http://schemas.microsoft.com/office/drawing/2014/main" id="{BE774322-2C5A-42DF-8578-EE80B21E563B}"/>
              </a:ext>
            </a:extLst>
          </p:cNvPr>
          <p:cNvSpPr/>
          <p:nvPr/>
        </p:nvSpPr>
        <p:spPr>
          <a:xfrm>
            <a:off x="4724400" y="341312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18" name="Rectangle 117">
            <a:extLst>
              <a:ext uri="{FF2B5EF4-FFF2-40B4-BE49-F238E27FC236}">
                <a16:creationId xmlns:a16="http://schemas.microsoft.com/office/drawing/2014/main" id="{C1B06F7D-AAE9-45A0-96D9-4605296E5781}"/>
              </a:ext>
            </a:extLst>
          </p:cNvPr>
          <p:cNvSpPr/>
          <p:nvPr/>
        </p:nvSpPr>
        <p:spPr>
          <a:xfrm>
            <a:off x="5257800" y="3413125"/>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19" name="Rectangle 118">
            <a:extLst>
              <a:ext uri="{FF2B5EF4-FFF2-40B4-BE49-F238E27FC236}">
                <a16:creationId xmlns:a16="http://schemas.microsoft.com/office/drawing/2014/main" id="{406E7EE9-5DF6-453D-86AF-FBEF2F1643CC}"/>
              </a:ext>
            </a:extLst>
          </p:cNvPr>
          <p:cNvSpPr/>
          <p:nvPr/>
        </p:nvSpPr>
        <p:spPr>
          <a:xfrm>
            <a:off x="5791200" y="341312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20" name="Rectangle 119">
            <a:extLst>
              <a:ext uri="{FF2B5EF4-FFF2-40B4-BE49-F238E27FC236}">
                <a16:creationId xmlns:a16="http://schemas.microsoft.com/office/drawing/2014/main" id="{A69946E0-47B4-45ED-AAA9-0E0C698E05A5}"/>
              </a:ext>
            </a:extLst>
          </p:cNvPr>
          <p:cNvSpPr/>
          <p:nvPr/>
        </p:nvSpPr>
        <p:spPr>
          <a:xfrm>
            <a:off x="6324600" y="341312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21" name="Rectangle 120">
            <a:extLst>
              <a:ext uri="{FF2B5EF4-FFF2-40B4-BE49-F238E27FC236}">
                <a16:creationId xmlns:a16="http://schemas.microsoft.com/office/drawing/2014/main" id="{1A2B1E9B-493B-4B3A-AD94-39742A07F239}"/>
              </a:ext>
            </a:extLst>
          </p:cNvPr>
          <p:cNvSpPr/>
          <p:nvPr/>
        </p:nvSpPr>
        <p:spPr>
          <a:xfrm>
            <a:off x="6858000" y="341312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22" name="Rectangle 121">
            <a:extLst>
              <a:ext uri="{FF2B5EF4-FFF2-40B4-BE49-F238E27FC236}">
                <a16:creationId xmlns:a16="http://schemas.microsoft.com/office/drawing/2014/main" id="{92428530-02A4-4122-8D75-131B6E507697}"/>
              </a:ext>
            </a:extLst>
          </p:cNvPr>
          <p:cNvSpPr/>
          <p:nvPr/>
        </p:nvSpPr>
        <p:spPr>
          <a:xfrm>
            <a:off x="7391400" y="341312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23" name="Rectangle 122">
            <a:extLst>
              <a:ext uri="{FF2B5EF4-FFF2-40B4-BE49-F238E27FC236}">
                <a16:creationId xmlns:a16="http://schemas.microsoft.com/office/drawing/2014/main" id="{851D2605-1612-450C-A5B4-866E242403E6}"/>
              </a:ext>
            </a:extLst>
          </p:cNvPr>
          <p:cNvSpPr/>
          <p:nvPr/>
        </p:nvSpPr>
        <p:spPr>
          <a:xfrm>
            <a:off x="3649663" y="36496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24" name="Rectangle 123">
            <a:extLst>
              <a:ext uri="{FF2B5EF4-FFF2-40B4-BE49-F238E27FC236}">
                <a16:creationId xmlns:a16="http://schemas.microsoft.com/office/drawing/2014/main" id="{1DB7342D-642B-4D67-A418-91EB241B6021}"/>
              </a:ext>
            </a:extLst>
          </p:cNvPr>
          <p:cNvSpPr/>
          <p:nvPr/>
        </p:nvSpPr>
        <p:spPr>
          <a:xfrm>
            <a:off x="4183063" y="36496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25" name="Rectangle 124">
            <a:extLst>
              <a:ext uri="{FF2B5EF4-FFF2-40B4-BE49-F238E27FC236}">
                <a16:creationId xmlns:a16="http://schemas.microsoft.com/office/drawing/2014/main" id="{C1A6139B-7803-4316-A78D-A50EF6172A29}"/>
              </a:ext>
            </a:extLst>
          </p:cNvPr>
          <p:cNvSpPr/>
          <p:nvPr/>
        </p:nvSpPr>
        <p:spPr>
          <a:xfrm>
            <a:off x="4716463" y="36496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26" name="Rectangle 125">
            <a:extLst>
              <a:ext uri="{FF2B5EF4-FFF2-40B4-BE49-F238E27FC236}">
                <a16:creationId xmlns:a16="http://schemas.microsoft.com/office/drawing/2014/main" id="{A2CF67A3-F47E-44AE-8BAD-01972B232AE7}"/>
              </a:ext>
            </a:extLst>
          </p:cNvPr>
          <p:cNvSpPr/>
          <p:nvPr/>
        </p:nvSpPr>
        <p:spPr>
          <a:xfrm>
            <a:off x="5249863" y="36496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27" name="Rectangle 126">
            <a:extLst>
              <a:ext uri="{FF2B5EF4-FFF2-40B4-BE49-F238E27FC236}">
                <a16:creationId xmlns:a16="http://schemas.microsoft.com/office/drawing/2014/main" id="{159116A5-D000-4CDE-A531-1DE9A8D876E0}"/>
              </a:ext>
            </a:extLst>
          </p:cNvPr>
          <p:cNvSpPr/>
          <p:nvPr/>
        </p:nvSpPr>
        <p:spPr>
          <a:xfrm>
            <a:off x="5783263" y="36496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28" name="Rectangle 127">
            <a:extLst>
              <a:ext uri="{FF2B5EF4-FFF2-40B4-BE49-F238E27FC236}">
                <a16:creationId xmlns:a16="http://schemas.microsoft.com/office/drawing/2014/main" id="{A3C4212B-D379-4F65-808D-7CE4490FFE63}"/>
              </a:ext>
            </a:extLst>
          </p:cNvPr>
          <p:cNvSpPr/>
          <p:nvPr/>
        </p:nvSpPr>
        <p:spPr>
          <a:xfrm>
            <a:off x="6316663" y="3649663"/>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29" name="Rectangle 128">
            <a:extLst>
              <a:ext uri="{FF2B5EF4-FFF2-40B4-BE49-F238E27FC236}">
                <a16:creationId xmlns:a16="http://schemas.microsoft.com/office/drawing/2014/main" id="{E1C7F434-0855-448B-9502-E8F9D927713C}"/>
              </a:ext>
            </a:extLst>
          </p:cNvPr>
          <p:cNvSpPr/>
          <p:nvPr/>
        </p:nvSpPr>
        <p:spPr>
          <a:xfrm>
            <a:off x="6850063" y="36496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30" name="Rectangle 129">
            <a:extLst>
              <a:ext uri="{FF2B5EF4-FFF2-40B4-BE49-F238E27FC236}">
                <a16:creationId xmlns:a16="http://schemas.microsoft.com/office/drawing/2014/main" id="{0BC992F7-A073-4570-9C49-0E7FCC409FBF}"/>
              </a:ext>
            </a:extLst>
          </p:cNvPr>
          <p:cNvSpPr/>
          <p:nvPr/>
        </p:nvSpPr>
        <p:spPr>
          <a:xfrm>
            <a:off x="7383463" y="36496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31" name="Rectangle 130">
            <a:extLst>
              <a:ext uri="{FF2B5EF4-FFF2-40B4-BE49-F238E27FC236}">
                <a16:creationId xmlns:a16="http://schemas.microsoft.com/office/drawing/2014/main" id="{3824D1B3-B60A-4E2A-9949-6D4A27176DD2}"/>
              </a:ext>
            </a:extLst>
          </p:cNvPr>
          <p:cNvSpPr/>
          <p:nvPr/>
        </p:nvSpPr>
        <p:spPr>
          <a:xfrm>
            <a:off x="3657600" y="38639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32" name="Rectangle 131">
            <a:extLst>
              <a:ext uri="{FF2B5EF4-FFF2-40B4-BE49-F238E27FC236}">
                <a16:creationId xmlns:a16="http://schemas.microsoft.com/office/drawing/2014/main" id="{58F6BCB5-04D7-459D-B72A-BB294B18F44F}"/>
              </a:ext>
            </a:extLst>
          </p:cNvPr>
          <p:cNvSpPr/>
          <p:nvPr/>
        </p:nvSpPr>
        <p:spPr>
          <a:xfrm>
            <a:off x="4191000" y="38639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33" name="Rectangle 132">
            <a:extLst>
              <a:ext uri="{FF2B5EF4-FFF2-40B4-BE49-F238E27FC236}">
                <a16:creationId xmlns:a16="http://schemas.microsoft.com/office/drawing/2014/main" id="{54938BDC-2256-4457-9799-7872BBE4C83F}"/>
              </a:ext>
            </a:extLst>
          </p:cNvPr>
          <p:cNvSpPr/>
          <p:nvPr/>
        </p:nvSpPr>
        <p:spPr>
          <a:xfrm>
            <a:off x="4724400" y="38639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34" name="Rectangle 133">
            <a:extLst>
              <a:ext uri="{FF2B5EF4-FFF2-40B4-BE49-F238E27FC236}">
                <a16:creationId xmlns:a16="http://schemas.microsoft.com/office/drawing/2014/main" id="{E26097E1-A0BF-4122-8D6D-79F2094DC155}"/>
              </a:ext>
            </a:extLst>
          </p:cNvPr>
          <p:cNvSpPr/>
          <p:nvPr/>
        </p:nvSpPr>
        <p:spPr>
          <a:xfrm>
            <a:off x="5257800" y="38639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35" name="Rectangle 134">
            <a:extLst>
              <a:ext uri="{FF2B5EF4-FFF2-40B4-BE49-F238E27FC236}">
                <a16:creationId xmlns:a16="http://schemas.microsoft.com/office/drawing/2014/main" id="{7DEBB0B8-8984-40A6-8413-44AA387AE5EE}"/>
              </a:ext>
            </a:extLst>
          </p:cNvPr>
          <p:cNvSpPr/>
          <p:nvPr/>
        </p:nvSpPr>
        <p:spPr>
          <a:xfrm>
            <a:off x="5791200" y="38639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36" name="Rectangle 135">
            <a:extLst>
              <a:ext uri="{FF2B5EF4-FFF2-40B4-BE49-F238E27FC236}">
                <a16:creationId xmlns:a16="http://schemas.microsoft.com/office/drawing/2014/main" id="{7E4D6A09-80AC-40BB-AB45-84E82C458BE6}"/>
              </a:ext>
            </a:extLst>
          </p:cNvPr>
          <p:cNvSpPr/>
          <p:nvPr/>
        </p:nvSpPr>
        <p:spPr>
          <a:xfrm>
            <a:off x="6324600" y="38639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37" name="Rectangle 136">
            <a:extLst>
              <a:ext uri="{FF2B5EF4-FFF2-40B4-BE49-F238E27FC236}">
                <a16:creationId xmlns:a16="http://schemas.microsoft.com/office/drawing/2014/main" id="{8791FA95-42E9-4826-A83D-8F1F9AC1C572}"/>
              </a:ext>
            </a:extLst>
          </p:cNvPr>
          <p:cNvSpPr/>
          <p:nvPr/>
        </p:nvSpPr>
        <p:spPr>
          <a:xfrm>
            <a:off x="6858000" y="3863975"/>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38" name="Rectangle 137">
            <a:extLst>
              <a:ext uri="{FF2B5EF4-FFF2-40B4-BE49-F238E27FC236}">
                <a16:creationId xmlns:a16="http://schemas.microsoft.com/office/drawing/2014/main" id="{FCE09EDD-3823-4636-AC2E-10FBE1F1C865}"/>
              </a:ext>
            </a:extLst>
          </p:cNvPr>
          <p:cNvSpPr/>
          <p:nvPr/>
        </p:nvSpPr>
        <p:spPr>
          <a:xfrm>
            <a:off x="7391400" y="38639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39" name="Rectangle 138">
            <a:extLst>
              <a:ext uri="{FF2B5EF4-FFF2-40B4-BE49-F238E27FC236}">
                <a16:creationId xmlns:a16="http://schemas.microsoft.com/office/drawing/2014/main" id="{3BE023D4-454A-4E54-BB64-0774B8FA7F41}"/>
              </a:ext>
            </a:extLst>
          </p:cNvPr>
          <p:cNvSpPr/>
          <p:nvPr/>
        </p:nvSpPr>
        <p:spPr>
          <a:xfrm>
            <a:off x="3657600" y="40925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40" name="Rectangle 139">
            <a:extLst>
              <a:ext uri="{FF2B5EF4-FFF2-40B4-BE49-F238E27FC236}">
                <a16:creationId xmlns:a16="http://schemas.microsoft.com/office/drawing/2014/main" id="{94EFB8F5-7595-4A3F-942C-E372E3FDD513}"/>
              </a:ext>
            </a:extLst>
          </p:cNvPr>
          <p:cNvSpPr/>
          <p:nvPr/>
        </p:nvSpPr>
        <p:spPr>
          <a:xfrm>
            <a:off x="4191000" y="40925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41" name="Rectangle 140">
            <a:extLst>
              <a:ext uri="{FF2B5EF4-FFF2-40B4-BE49-F238E27FC236}">
                <a16:creationId xmlns:a16="http://schemas.microsoft.com/office/drawing/2014/main" id="{FFAEC1FD-E49C-42BB-A3B3-FC25B0D92F1A}"/>
              </a:ext>
            </a:extLst>
          </p:cNvPr>
          <p:cNvSpPr/>
          <p:nvPr/>
        </p:nvSpPr>
        <p:spPr>
          <a:xfrm>
            <a:off x="4724400" y="40925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42" name="Rectangle 141">
            <a:extLst>
              <a:ext uri="{FF2B5EF4-FFF2-40B4-BE49-F238E27FC236}">
                <a16:creationId xmlns:a16="http://schemas.microsoft.com/office/drawing/2014/main" id="{C751F131-D777-433C-B7DA-993215F1FC9B}"/>
              </a:ext>
            </a:extLst>
          </p:cNvPr>
          <p:cNvSpPr/>
          <p:nvPr/>
        </p:nvSpPr>
        <p:spPr>
          <a:xfrm>
            <a:off x="5257800" y="40925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43" name="Rectangle 142">
            <a:extLst>
              <a:ext uri="{FF2B5EF4-FFF2-40B4-BE49-F238E27FC236}">
                <a16:creationId xmlns:a16="http://schemas.microsoft.com/office/drawing/2014/main" id="{448FEDC5-0BC8-4824-A4B0-45FF64D4BBE4}"/>
              </a:ext>
            </a:extLst>
          </p:cNvPr>
          <p:cNvSpPr/>
          <p:nvPr/>
        </p:nvSpPr>
        <p:spPr>
          <a:xfrm>
            <a:off x="5791200" y="40925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44" name="Rectangle 143">
            <a:extLst>
              <a:ext uri="{FF2B5EF4-FFF2-40B4-BE49-F238E27FC236}">
                <a16:creationId xmlns:a16="http://schemas.microsoft.com/office/drawing/2014/main" id="{037974C9-3873-497D-9991-C00A9E36F87C}"/>
              </a:ext>
            </a:extLst>
          </p:cNvPr>
          <p:cNvSpPr/>
          <p:nvPr/>
        </p:nvSpPr>
        <p:spPr>
          <a:xfrm>
            <a:off x="6324600" y="4092575"/>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45" name="Rectangle 144">
            <a:extLst>
              <a:ext uri="{FF2B5EF4-FFF2-40B4-BE49-F238E27FC236}">
                <a16:creationId xmlns:a16="http://schemas.microsoft.com/office/drawing/2014/main" id="{4054D040-29F1-4A52-B7B7-56DDA11AD6A5}"/>
              </a:ext>
            </a:extLst>
          </p:cNvPr>
          <p:cNvSpPr/>
          <p:nvPr/>
        </p:nvSpPr>
        <p:spPr>
          <a:xfrm>
            <a:off x="6858000" y="4092575"/>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46" name="Rectangle 145">
            <a:extLst>
              <a:ext uri="{FF2B5EF4-FFF2-40B4-BE49-F238E27FC236}">
                <a16:creationId xmlns:a16="http://schemas.microsoft.com/office/drawing/2014/main" id="{1C3A8964-512A-4692-B945-A69B157D7931}"/>
              </a:ext>
            </a:extLst>
          </p:cNvPr>
          <p:cNvSpPr/>
          <p:nvPr/>
        </p:nvSpPr>
        <p:spPr>
          <a:xfrm>
            <a:off x="7391400" y="40925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47" name="Rectangle 146">
            <a:extLst>
              <a:ext uri="{FF2B5EF4-FFF2-40B4-BE49-F238E27FC236}">
                <a16:creationId xmlns:a16="http://schemas.microsoft.com/office/drawing/2014/main" id="{20234064-0517-4CB2-AE2A-F866EBFD176B}"/>
              </a:ext>
            </a:extLst>
          </p:cNvPr>
          <p:cNvSpPr/>
          <p:nvPr/>
        </p:nvSpPr>
        <p:spPr>
          <a:xfrm>
            <a:off x="3657600" y="4525963"/>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48" name="Rectangle 147">
            <a:extLst>
              <a:ext uri="{FF2B5EF4-FFF2-40B4-BE49-F238E27FC236}">
                <a16:creationId xmlns:a16="http://schemas.microsoft.com/office/drawing/2014/main" id="{995B0DA8-1630-4D62-9FE4-B3142FAC811A}"/>
              </a:ext>
            </a:extLst>
          </p:cNvPr>
          <p:cNvSpPr/>
          <p:nvPr/>
        </p:nvSpPr>
        <p:spPr>
          <a:xfrm>
            <a:off x="4191000" y="45259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49" name="Rectangle 148">
            <a:extLst>
              <a:ext uri="{FF2B5EF4-FFF2-40B4-BE49-F238E27FC236}">
                <a16:creationId xmlns:a16="http://schemas.microsoft.com/office/drawing/2014/main" id="{550B90C2-BC43-4928-B244-1CD654D44C2A}"/>
              </a:ext>
            </a:extLst>
          </p:cNvPr>
          <p:cNvSpPr/>
          <p:nvPr/>
        </p:nvSpPr>
        <p:spPr>
          <a:xfrm>
            <a:off x="4724400" y="45259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50" name="Rectangle 149">
            <a:extLst>
              <a:ext uri="{FF2B5EF4-FFF2-40B4-BE49-F238E27FC236}">
                <a16:creationId xmlns:a16="http://schemas.microsoft.com/office/drawing/2014/main" id="{F48D2D73-9925-4059-818A-826FE9394982}"/>
              </a:ext>
            </a:extLst>
          </p:cNvPr>
          <p:cNvSpPr/>
          <p:nvPr/>
        </p:nvSpPr>
        <p:spPr>
          <a:xfrm>
            <a:off x="5257800" y="45259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51" name="Rectangle 150">
            <a:extLst>
              <a:ext uri="{FF2B5EF4-FFF2-40B4-BE49-F238E27FC236}">
                <a16:creationId xmlns:a16="http://schemas.microsoft.com/office/drawing/2014/main" id="{C85B0AB3-72AA-4C6C-B9D8-4E5784636613}"/>
              </a:ext>
            </a:extLst>
          </p:cNvPr>
          <p:cNvSpPr/>
          <p:nvPr/>
        </p:nvSpPr>
        <p:spPr>
          <a:xfrm>
            <a:off x="5791200" y="45259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52" name="Rectangle 151">
            <a:extLst>
              <a:ext uri="{FF2B5EF4-FFF2-40B4-BE49-F238E27FC236}">
                <a16:creationId xmlns:a16="http://schemas.microsoft.com/office/drawing/2014/main" id="{A89F9277-F4C9-4BEE-AB25-7E85B2A2F002}"/>
              </a:ext>
            </a:extLst>
          </p:cNvPr>
          <p:cNvSpPr/>
          <p:nvPr/>
        </p:nvSpPr>
        <p:spPr>
          <a:xfrm>
            <a:off x="6324600" y="45259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53" name="Rectangle 152">
            <a:extLst>
              <a:ext uri="{FF2B5EF4-FFF2-40B4-BE49-F238E27FC236}">
                <a16:creationId xmlns:a16="http://schemas.microsoft.com/office/drawing/2014/main" id="{6CC0590E-CF9B-4CAA-B89C-7601283C7C0C}"/>
              </a:ext>
            </a:extLst>
          </p:cNvPr>
          <p:cNvSpPr/>
          <p:nvPr/>
        </p:nvSpPr>
        <p:spPr>
          <a:xfrm>
            <a:off x="6858000" y="45259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54" name="Rectangle 153">
            <a:extLst>
              <a:ext uri="{FF2B5EF4-FFF2-40B4-BE49-F238E27FC236}">
                <a16:creationId xmlns:a16="http://schemas.microsoft.com/office/drawing/2014/main" id="{EA388BFA-B910-46CE-B3F4-80C8099C9E2A}"/>
              </a:ext>
            </a:extLst>
          </p:cNvPr>
          <p:cNvSpPr/>
          <p:nvPr/>
        </p:nvSpPr>
        <p:spPr>
          <a:xfrm>
            <a:off x="7391400" y="45259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55" name="Rectangle 154">
            <a:extLst>
              <a:ext uri="{FF2B5EF4-FFF2-40B4-BE49-F238E27FC236}">
                <a16:creationId xmlns:a16="http://schemas.microsoft.com/office/drawing/2014/main" id="{EB684178-1F0E-43D4-A476-97DBA6232EDB}"/>
              </a:ext>
            </a:extLst>
          </p:cNvPr>
          <p:cNvSpPr/>
          <p:nvPr/>
        </p:nvSpPr>
        <p:spPr>
          <a:xfrm>
            <a:off x="3657600" y="432752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56" name="Rectangle 155">
            <a:extLst>
              <a:ext uri="{FF2B5EF4-FFF2-40B4-BE49-F238E27FC236}">
                <a16:creationId xmlns:a16="http://schemas.microsoft.com/office/drawing/2014/main" id="{FD1236F6-FBC8-4346-8D10-42B04FBCE557}"/>
              </a:ext>
            </a:extLst>
          </p:cNvPr>
          <p:cNvSpPr/>
          <p:nvPr/>
        </p:nvSpPr>
        <p:spPr>
          <a:xfrm>
            <a:off x="4191000" y="432752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57" name="Rectangle 156">
            <a:extLst>
              <a:ext uri="{FF2B5EF4-FFF2-40B4-BE49-F238E27FC236}">
                <a16:creationId xmlns:a16="http://schemas.microsoft.com/office/drawing/2014/main" id="{A546F915-5351-40A4-B4EF-C2F85CD25EAE}"/>
              </a:ext>
            </a:extLst>
          </p:cNvPr>
          <p:cNvSpPr/>
          <p:nvPr/>
        </p:nvSpPr>
        <p:spPr>
          <a:xfrm>
            <a:off x="4724400" y="432752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58" name="Rectangle 157">
            <a:extLst>
              <a:ext uri="{FF2B5EF4-FFF2-40B4-BE49-F238E27FC236}">
                <a16:creationId xmlns:a16="http://schemas.microsoft.com/office/drawing/2014/main" id="{6AD9ED72-EE94-488D-BC25-C57CA41B1A01}"/>
              </a:ext>
            </a:extLst>
          </p:cNvPr>
          <p:cNvSpPr/>
          <p:nvPr/>
        </p:nvSpPr>
        <p:spPr>
          <a:xfrm>
            <a:off x="5257800" y="4327525"/>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59" name="Rectangle 158">
            <a:extLst>
              <a:ext uri="{FF2B5EF4-FFF2-40B4-BE49-F238E27FC236}">
                <a16:creationId xmlns:a16="http://schemas.microsoft.com/office/drawing/2014/main" id="{DEBDA8E6-B481-4F95-9E4A-E08A8B2E7F54}"/>
              </a:ext>
            </a:extLst>
          </p:cNvPr>
          <p:cNvSpPr/>
          <p:nvPr/>
        </p:nvSpPr>
        <p:spPr>
          <a:xfrm>
            <a:off x="5791200" y="432752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60" name="Rectangle 159">
            <a:extLst>
              <a:ext uri="{FF2B5EF4-FFF2-40B4-BE49-F238E27FC236}">
                <a16:creationId xmlns:a16="http://schemas.microsoft.com/office/drawing/2014/main" id="{791275FA-BADD-4438-A598-98B1E64A129C}"/>
              </a:ext>
            </a:extLst>
          </p:cNvPr>
          <p:cNvSpPr/>
          <p:nvPr/>
        </p:nvSpPr>
        <p:spPr>
          <a:xfrm>
            <a:off x="6324600" y="4327525"/>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61" name="Rectangle 160">
            <a:extLst>
              <a:ext uri="{FF2B5EF4-FFF2-40B4-BE49-F238E27FC236}">
                <a16:creationId xmlns:a16="http://schemas.microsoft.com/office/drawing/2014/main" id="{C3A17220-B0DB-4BA2-A321-96987D1A4F42}"/>
              </a:ext>
            </a:extLst>
          </p:cNvPr>
          <p:cNvSpPr/>
          <p:nvPr/>
        </p:nvSpPr>
        <p:spPr>
          <a:xfrm>
            <a:off x="6858000" y="4327525"/>
            <a:ext cx="5334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62" name="Rectangle 161">
            <a:extLst>
              <a:ext uri="{FF2B5EF4-FFF2-40B4-BE49-F238E27FC236}">
                <a16:creationId xmlns:a16="http://schemas.microsoft.com/office/drawing/2014/main" id="{E7DC25A9-C364-4E57-B68A-B2BF86745257}"/>
              </a:ext>
            </a:extLst>
          </p:cNvPr>
          <p:cNvSpPr/>
          <p:nvPr/>
        </p:nvSpPr>
        <p:spPr>
          <a:xfrm>
            <a:off x="7391400" y="432752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63" name="Rectangle 162">
            <a:extLst>
              <a:ext uri="{FF2B5EF4-FFF2-40B4-BE49-F238E27FC236}">
                <a16:creationId xmlns:a16="http://schemas.microsoft.com/office/drawing/2014/main" id="{672D0189-A466-47F2-9148-7CB4D4C16AC1}"/>
              </a:ext>
            </a:extLst>
          </p:cNvPr>
          <p:cNvSpPr/>
          <p:nvPr/>
        </p:nvSpPr>
        <p:spPr>
          <a:xfrm>
            <a:off x="3657600" y="47545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64" name="Rectangle 163">
            <a:extLst>
              <a:ext uri="{FF2B5EF4-FFF2-40B4-BE49-F238E27FC236}">
                <a16:creationId xmlns:a16="http://schemas.microsoft.com/office/drawing/2014/main" id="{ABAE9BAA-65ED-4AA9-BAC7-0FA9C6447769}"/>
              </a:ext>
            </a:extLst>
          </p:cNvPr>
          <p:cNvSpPr/>
          <p:nvPr/>
        </p:nvSpPr>
        <p:spPr>
          <a:xfrm>
            <a:off x="4191000" y="47545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65" name="Rectangle 164">
            <a:extLst>
              <a:ext uri="{FF2B5EF4-FFF2-40B4-BE49-F238E27FC236}">
                <a16:creationId xmlns:a16="http://schemas.microsoft.com/office/drawing/2014/main" id="{BC905DF8-2476-49BC-AB1B-A2471C666B40}"/>
              </a:ext>
            </a:extLst>
          </p:cNvPr>
          <p:cNvSpPr/>
          <p:nvPr/>
        </p:nvSpPr>
        <p:spPr>
          <a:xfrm>
            <a:off x="4724400" y="47545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66" name="Rectangle 165">
            <a:extLst>
              <a:ext uri="{FF2B5EF4-FFF2-40B4-BE49-F238E27FC236}">
                <a16:creationId xmlns:a16="http://schemas.microsoft.com/office/drawing/2014/main" id="{0501F254-5F3C-4539-BEF1-8CB62D654265}"/>
              </a:ext>
            </a:extLst>
          </p:cNvPr>
          <p:cNvSpPr/>
          <p:nvPr/>
        </p:nvSpPr>
        <p:spPr>
          <a:xfrm>
            <a:off x="5257800" y="4754563"/>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67" name="Rectangle 166">
            <a:extLst>
              <a:ext uri="{FF2B5EF4-FFF2-40B4-BE49-F238E27FC236}">
                <a16:creationId xmlns:a16="http://schemas.microsoft.com/office/drawing/2014/main" id="{EE7E9D86-823D-4FAB-8569-53BA0183186D}"/>
              </a:ext>
            </a:extLst>
          </p:cNvPr>
          <p:cNvSpPr/>
          <p:nvPr/>
        </p:nvSpPr>
        <p:spPr>
          <a:xfrm>
            <a:off x="5791200" y="47545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68" name="Rectangle 167">
            <a:extLst>
              <a:ext uri="{FF2B5EF4-FFF2-40B4-BE49-F238E27FC236}">
                <a16:creationId xmlns:a16="http://schemas.microsoft.com/office/drawing/2014/main" id="{21D34A4B-369A-4551-A0B3-72EE36F5BA6A}"/>
              </a:ext>
            </a:extLst>
          </p:cNvPr>
          <p:cNvSpPr/>
          <p:nvPr/>
        </p:nvSpPr>
        <p:spPr>
          <a:xfrm>
            <a:off x="6324600" y="47545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69" name="Rectangle 168">
            <a:extLst>
              <a:ext uri="{FF2B5EF4-FFF2-40B4-BE49-F238E27FC236}">
                <a16:creationId xmlns:a16="http://schemas.microsoft.com/office/drawing/2014/main" id="{7C98C08F-FF27-45EC-9971-21C7FF960544}"/>
              </a:ext>
            </a:extLst>
          </p:cNvPr>
          <p:cNvSpPr/>
          <p:nvPr/>
        </p:nvSpPr>
        <p:spPr>
          <a:xfrm>
            <a:off x="6858000" y="47545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70" name="Rectangle 169">
            <a:extLst>
              <a:ext uri="{FF2B5EF4-FFF2-40B4-BE49-F238E27FC236}">
                <a16:creationId xmlns:a16="http://schemas.microsoft.com/office/drawing/2014/main" id="{F1F32633-8F25-4F04-B7BA-7F2E1966C377}"/>
              </a:ext>
            </a:extLst>
          </p:cNvPr>
          <p:cNvSpPr/>
          <p:nvPr/>
        </p:nvSpPr>
        <p:spPr>
          <a:xfrm>
            <a:off x="7391400" y="47545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71" name="Rectangle 170">
            <a:extLst>
              <a:ext uri="{FF2B5EF4-FFF2-40B4-BE49-F238E27FC236}">
                <a16:creationId xmlns:a16="http://schemas.microsoft.com/office/drawing/2014/main" id="{68EDD25B-9B6D-4251-BEB2-7FD544A06266}"/>
              </a:ext>
            </a:extLst>
          </p:cNvPr>
          <p:cNvSpPr/>
          <p:nvPr/>
        </p:nvSpPr>
        <p:spPr>
          <a:xfrm>
            <a:off x="3657600" y="49831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72" name="Rectangle 171">
            <a:extLst>
              <a:ext uri="{FF2B5EF4-FFF2-40B4-BE49-F238E27FC236}">
                <a16:creationId xmlns:a16="http://schemas.microsoft.com/office/drawing/2014/main" id="{A29174DF-F479-4ADD-B534-8288A2BFF891}"/>
              </a:ext>
            </a:extLst>
          </p:cNvPr>
          <p:cNvSpPr/>
          <p:nvPr/>
        </p:nvSpPr>
        <p:spPr>
          <a:xfrm>
            <a:off x="4191000" y="49831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73" name="Rectangle 172">
            <a:extLst>
              <a:ext uri="{FF2B5EF4-FFF2-40B4-BE49-F238E27FC236}">
                <a16:creationId xmlns:a16="http://schemas.microsoft.com/office/drawing/2014/main" id="{8336BBE4-266E-4498-B635-45DED4173B96}"/>
              </a:ext>
            </a:extLst>
          </p:cNvPr>
          <p:cNvSpPr/>
          <p:nvPr/>
        </p:nvSpPr>
        <p:spPr>
          <a:xfrm>
            <a:off x="4724400" y="49831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74" name="Rectangle 173">
            <a:extLst>
              <a:ext uri="{FF2B5EF4-FFF2-40B4-BE49-F238E27FC236}">
                <a16:creationId xmlns:a16="http://schemas.microsoft.com/office/drawing/2014/main" id="{9114E233-B78E-4C40-9BB5-2576A19AD06B}"/>
              </a:ext>
            </a:extLst>
          </p:cNvPr>
          <p:cNvSpPr/>
          <p:nvPr/>
        </p:nvSpPr>
        <p:spPr>
          <a:xfrm>
            <a:off x="5257800" y="49831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75" name="Rectangle 174">
            <a:extLst>
              <a:ext uri="{FF2B5EF4-FFF2-40B4-BE49-F238E27FC236}">
                <a16:creationId xmlns:a16="http://schemas.microsoft.com/office/drawing/2014/main" id="{7849F2B6-9C6E-4588-B4D1-EDDB528E7063}"/>
              </a:ext>
            </a:extLst>
          </p:cNvPr>
          <p:cNvSpPr/>
          <p:nvPr/>
        </p:nvSpPr>
        <p:spPr>
          <a:xfrm>
            <a:off x="5791200" y="4983163"/>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76" name="Rectangle 175">
            <a:extLst>
              <a:ext uri="{FF2B5EF4-FFF2-40B4-BE49-F238E27FC236}">
                <a16:creationId xmlns:a16="http://schemas.microsoft.com/office/drawing/2014/main" id="{284DC790-1724-4A14-8CB0-5AC0F58D3D94}"/>
              </a:ext>
            </a:extLst>
          </p:cNvPr>
          <p:cNvSpPr/>
          <p:nvPr/>
        </p:nvSpPr>
        <p:spPr>
          <a:xfrm>
            <a:off x="6324600" y="49831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77" name="Rectangle 176">
            <a:extLst>
              <a:ext uri="{FF2B5EF4-FFF2-40B4-BE49-F238E27FC236}">
                <a16:creationId xmlns:a16="http://schemas.microsoft.com/office/drawing/2014/main" id="{F2FA8DF6-02C3-419E-879F-3902A94CCC41}"/>
              </a:ext>
            </a:extLst>
          </p:cNvPr>
          <p:cNvSpPr/>
          <p:nvPr/>
        </p:nvSpPr>
        <p:spPr>
          <a:xfrm>
            <a:off x="6858000" y="49831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78" name="Rectangle 177">
            <a:extLst>
              <a:ext uri="{FF2B5EF4-FFF2-40B4-BE49-F238E27FC236}">
                <a16:creationId xmlns:a16="http://schemas.microsoft.com/office/drawing/2014/main" id="{FC086E9F-1AF3-47B2-8C8C-B5E3B337BE94}"/>
              </a:ext>
            </a:extLst>
          </p:cNvPr>
          <p:cNvSpPr/>
          <p:nvPr/>
        </p:nvSpPr>
        <p:spPr>
          <a:xfrm>
            <a:off x="7391400" y="49831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79" name="Rectangle 178">
            <a:extLst>
              <a:ext uri="{FF2B5EF4-FFF2-40B4-BE49-F238E27FC236}">
                <a16:creationId xmlns:a16="http://schemas.microsoft.com/office/drawing/2014/main" id="{FCAF78E9-A1D2-431F-AC3C-08EFC0EADC01}"/>
              </a:ext>
            </a:extLst>
          </p:cNvPr>
          <p:cNvSpPr/>
          <p:nvPr/>
        </p:nvSpPr>
        <p:spPr>
          <a:xfrm>
            <a:off x="3657600" y="52117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80" name="Rectangle 179">
            <a:extLst>
              <a:ext uri="{FF2B5EF4-FFF2-40B4-BE49-F238E27FC236}">
                <a16:creationId xmlns:a16="http://schemas.microsoft.com/office/drawing/2014/main" id="{0F153C12-8DA1-4350-B86F-57905DD63B66}"/>
              </a:ext>
            </a:extLst>
          </p:cNvPr>
          <p:cNvSpPr/>
          <p:nvPr/>
        </p:nvSpPr>
        <p:spPr>
          <a:xfrm>
            <a:off x="4191000" y="52117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81" name="Rectangle 180">
            <a:extLst>
              <a:ext uri="{FF2B5EF4-FFF2-40B4-BE49-F238E27FC236}">
                <a16:creationId xmlns:a16="http://schemas.microsoft.com/office/drawing/2014/main" id="{EC4E64C5-1B99-4614-81A4-76FA694A9B8F}"/>
              </a:ext>
            </a:extLst>
          </p:cNvPr>
          <p:cNvSpPr/>
          <p:nvPr/>
        </p:nvSpPr>
        <p:spPr>
          <a:xfrm>
            <a:off x="4724400" y="52117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82" name="Rectangle 181">
            <a:extLst>
              <a:ext uri="{FF2B5EF4-FFF2-40B4-BE49-F238E27FC236}">
                <a16:creationId xmlns:a16="http://schemas.microsoft.com/office/drawing/2014/main" id="{BE9CA1F6-3FBA-45E9-A956-1FB6355EC740}"/>
              </a:ext>
            </a:extLst>
          </p:cNvPr>
          <p:cNvSpPr/>
          <p:nvPr/>
        </p:nvSpPr>
        <p:spPr>
          <a:xfrm>
            <a:off x="5257800" y="52117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83" name="Rectangle 182">
            <a:extLst>
              <a:ext uri="{FF2B5EF4-FFF2-40B4-BE49-F238E27FC236}">
                <a16:creationId xmlns:a16="http://schemas.microsoft.com/office/drawing/2014/main" id="{B1BA858F-F56F-4117-83C5-BB85316D1129}"/>
              </a:ext>
            </a:extLst>
          </p:cNvPr>
          <p:cNvSpPr/>
          <p:nvPr/>
        </p:nvSpPr>
        <p:spPr>
          <a:xfrm>
            <a:off x="5791200" y="52117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84" name="Rectangle 183">
            <a:extLst>
              <a:ext uri="{FF2B5EF4-FFF2-40B4-BE49-F238E27FC236}">
                <a16:creationId xmlns:a16="http://schemas.microsoft.com/office/drawing/2014/main" id="{CA38466F-5C35-4815-A74A-FFAEEBFCCF7B}"/>
              </a:ext>
            </a:extLst>
          </p:cNvPr>
          <p:cNvSpPr/>
          <p:nvPr/>
        </p:nvSpPr>
        <p:spPr>
          <a:xfrm>
            <a:off x="6324600" y="5211763"/>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85" name="Rectangle 184">
            <a:extLst>
              <a:ext uri="{FF2B5EF4-FFF2-40B4-BE49-F238E27FC236}">
                <a16:creationId xmlns:a16="http://schemas.microsoft.com/office/drawing/2014/main" id="{5F0985C3-FD7D-42D3-A239-C3C837EDBC9C}"/>
              </a:ext>
            </a:extLst>
          </p:cNvPr>
          <p:cNvSpPr/>
          <p:nvPr/>
        </p:nvSpPr>
        <p:spPr>
          <a:xfrm>
            <a:off x="6858000" y="52117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86" name="Rectangle 185">
            <a:extLst>
              <a:ext uri="{FF2B5EF4-FFF2-40B4-BE49-F238E27FC236}">
                <a16:creationId xmlns:a16="http://schemas.microsoft.com/office/drawing/2014/main" id="{1BF6B9F9-1F67-4604-9314-87EB8C3533DD}"/>
              </a:ext>
            </a:extLst>
          </p:cNvPr>
          <p:cNvSpPr/>
          <p:nvPr/>
        </p:nvSpPr>
        <p:spPr>
          <a:xfrm>
            <a:off x="7391400" y="52117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87" name="Rectangle 186">
            <a:extLst>
              <a:ext uri="{FF2B5EF4-FFF2-40B4-BE49-F238E27FC236}">
                <a16:creationId xmlns:a16="http://schemas.microsoft.com/office/drawing/2014/main" id="{A2830D0B-775F-403B-A6AE-705D863124D7}"/>
              </a:ext>
            </a:extLst>
          </p:cNvPr>
          <p:cNvSpPr/>
          <p:nvPr/>
        </p:nvSpPr>
        <p:spPr>
          <a:xfrm>
            <a:off x="3657600" y="56689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88" name="Rectangle 187">
            <a:extLst>
              <a:ext uri="{FF2B5EF4-FFF2-40B4-BE49-F238E27FC236}">
                <a16:creationId xmlns:a16="http://schemas.microsoft.com/office/drawing/2014/main" id="{99EC7931-AC39-4F27-AC95-7EA9DD3BE37A}"/>
              </a:ext>
            </a:extLst>
          </p:cNvPr>
          <p:cNvSpPr/>
          <p:nvPr/>
        </p:nvSpPr>
        <p:spPr>
          <a:xfrm>
            <a:off x="4191000" y="56689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89" name="Rectangle 188">
            <a:extLst>
              <a:ext uri="{FF2B5EF4-FFF2-40B4-BE49-F238E27FC236}">
                <a16:creationId xmlns:a16="http://schemas.microsoft.com/office/drawing/2014/main" id="{47FCD868-9865-499B-AA8B-DAB176E41A35}"/>
              </a:ext>
            </a:extLst>
          </p:cNvPr>
          <p:cNvSpPr/>
          <p:nvPr/>
        </p:nvSpPr>
        <p:spPr>
          <a:xfrm>
            <a:off x="4724400" y="56689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90" name="Rectangle 189">
            <a:extLst>
              <a:ext uri="{FF2B5EF4-FFF2-40B4-BE49-F238E27FC236}">
                <a16:creationId xmlns:a16="http://schemas.microsoft.com/office/drawing/2014/main" id="{07773D85-461F-4085-8E04-77D1A45CF8E6}"/>
              </a:ext>
            </a:extLst>
          </p:cNvPr>
          <p:cNvSpPr/>
          <p:nvPr/>
        </p:nvSpPr>
        <p:spPr>
          <a:xfrm>
            <a:off x="5257800" y="56689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91" name="Rectangle 190">
            <a:extLst>
              <a:ext uri="{FF2B5EF4-FFF2-40B4-BE49-F238E27FC236}">
                <a16:creationId xmlns:a16="http://schemas.microsoft.com/office/drawing/2014/main" id="{227D60EB-427F-49A8-A3CE-380A8D5ED305}"/>
              </a:ext>
            </a:extLst>
          </p:cNvPr>
          <p:cNvSpPr/>
          <p:nvPr/>
        </p:nvSpPr>
        <p:spPr>
          <a:xfrm>
            <a:off x="5791200" y="56689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92" name="Rectangle 191">
            <a:extLst>
              <a:ext uri="{FF2B5EF4-FFF2-40B4-BE49-F238E27FC236}">
                <a16:creationId xmlns:a16="http://schemas.microsoft.com/office/drawing/2014/main" id="{78118B7E-3554-408F-911E-280CE1C565B9}"/>
              </a:ext>
            </a:extLst>
          </p:cNvPr>
          <p:cNvSpPr/>
          <p:nvPr/>
        </p:nvSpPr>
        <p:spPr>
          <a:xfrm>
            <a:off x="6324600" y="5668963"/>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93" name="Rectangle 192">
            <a:extLst>
              <a:ext uri="{FF2B5EF4-FFF2-40B4-BE49-F238E27FC236}">
                <a16:creationId xmlns:a16="http://schemas.microsoft.com/office/drawing/2014/main" id="{DFD57AF1-A4DF-4C0D-871D-6002FC01E8EA}"/>
              </a:ext>
            </a:extLst>
          </p:cNvPr>
          <p:cNvSpPr/>
          <p:nvPr/>
        </p:nvSpPr>
        <p:spPr>
          <a:xfrm>
            <a:off x="6858000" y="5668963"/>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94" name="Rectangle 193">
            <a:extLst>
              <a:ext uri="{FF2B5EF4-FFF2-40B4-BE49-F238E27FC236}">
                <a16:creationId xmlns:a16="http://schemas.microsoft.com/office/drawing/2014/main" id="{BFDD60D5-D56E-4716-B5E0-08548645CDBF}"/>
              </a:ext>
            </a:extLst>
          </p:cNvPr>
          <p:cNvSpPr/>
          <p:nvPr/>
        </p:nvSpPr>
        <p:spPr>
          <a:xfrm>
            <a:off x="7391400" y="56689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95" name="Rectangle 194">
            <a:extLst>
              <a:ext uri="{FF2B5EF4-FFF2-40B4-BE49-F238E27FC236}">
                <a16:creationId xmlns:a16="http://schemas.microsoft.com/office/drawing/2014/main" id="{E26B2ECF-496B-4C25-BB9D-2FE4AFA034D8}"/>
              </a:ext>
            </a:extLst>
          </p:cNvPr>
          <p:cNvSpPr/>
          <p:nvPr/>
        </p:nvSpPr>
        <p:spPr>
          <a:xfrm>
            <a:off x="3657600" y="54403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96" name="Rectangle 195">
            <a:extLst>
              <a:ext uri="{FF2B5EF4-FFF2-40B4-BE49-F238E27FC236}">
                <a16:creationId xmlns:a16="http://schemas.microsoft.com/office/drawing/2014/main" id="{9F99538D-739D-4FBF-A11D-BF0C94763E11}"/>
              </a:ext>
            </a:extLst>
          </p:cNvPr>
          <p:cNvSpPr/>
          <p:nvPr/>
        </p:nvSpPr>
        <p:spPr>
          <a:xfrm>
            <a:off x="4191000" y="54403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97" name="Rectangle 196">
            <a:extLst>
              <a:ext uri="{FF2B5EF4-FFF2-40B4-BE49-F238E27FC236}">
                <a16:creationId xmlns:a16="http://schemas.microsoft.com/office/drawing/2014/main" id="{C3E12CAF-AB4D-4438-8FB3-AD9901E28E2F}"/>
              </a:ext>
            </a:extLst>
          </p:cNvPr>
          <p:cNvSpPr/>
          <p:nvPr/>
        </p:nvSpPr>
        <p:spPr>
          <a:xfrm>
            <a:off x="4724400" y="54403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98" name="Rectangle 197">
            <a:extLst>
              <a:ext uri="{FF2B5EF4-FFF2-40B4-BE49-F238E27FC236}">
                <a16:creationId xmlns:a16="http://schemas.microsoft.com/office/drawing/2014/main" id="{BB8E5095-0923-4565-B1A1-501320043157}"/>
              </a:ext>
            </a:extLst>
          </p:cNvPr>
          <p:cNvSpPr/>
          <p:nvPr/>
        </p:nvSpPr>
        <p:spPr>
          <a:xfrm>
            <a:off x="5257800" y="54403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199" name="Rectangle 198">
            <a:extLst>
              <a:ext uri="{FF2B5EF4-FFF2-40B4-BE49-F238E27FC236}">
                <a16:creationId xmlns:a16="http://schemas.microsoft.com/office/drawing/2014/main" id="{FD6F3DD4-A31A-4670-9FE5-1A2F3EE8E652}"/>
              </a:ext>
            </a:extLst>
          </p:cNvPr>
          <p:cNvSpPr/>
          <p:nvPr/>
        </p:nvSpPr>
        <p:spPr>
          <a:xfrm>
            <a:off x="5791200" y="54403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00" name="Rectangle 199">
            <a:extLst>
              <a:ext uri="{FF2B5EF4-FFF2-40B4-BE49-F238E27FC236}">
                <a16:creationId xmlns:a16="http://schemas.microsoft.com/office/drawing/2014/main" id="{A26C220B-2D3A-4263-AB5D-35AFA58C2E69}"/>
              </a:ext>
            </a:extLst>
          </p:cNvPr>
          <p:cNvSpPr/>
          <p:nvPr/>
        </p:nvSpPr>
        <p:spPr>
          <a:xfrm>
            <a:off x="6324600" y="54403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01" name="Rectangle 200">
            <a:extLst>
              <a:ext uri="{FF2B5EF4-FFF2-40B4-BE49-F238E27FC236}">
                <a16:creationId xmlns:a16="http://schemas.microsoft.com/office/drawing/2014/main" id="{4F2AC3D7-2B11-410C-9567-40B7982DC260}"/>
              </a:ext>
            </a:extLst>
          </p:cNvPr>
          <p:cNvSpPr/>
          <p:nvPr/>
        </p:nvSpPr>
        <p:spPr>
          <a:xfrm>
            <a:off x="6858000" y="5440363"/>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02" name="Rectangle 201">
            <a:extLst>
              <a:ext uri="{FF2B5EF4-FFF2-40B4-BE49-F238E27FC236}">
                <a16:creationId xmlns:a16="http://schemas.microsoft.com/office/drawing/2014/main" id="{02114514-4C97-4007-ADE0-E921556F498F}"/>
              </a:ext>
            </a:extLst>
          </p:cNvPr>
          <p:cNvSpPr/>
          <p:nvPr/>
        </p:nvSpPr>
        <p:spPr>
          <a:xfrm>
            <a:off x="7391400" y="5440363"/>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03" name="Rectangle 202">
            <a:extLst>
              <a:ext uri="{FF2B5EF4-FFF2-40B4-BE49-F238E27FC236}">
                <a16:creationId xmlns:a16="http://schemas.microsoft.com/office/drawing/2014/main" id="{7EB1C563-A154-4AD1-B612-A53CE9EC8E2F}"/>
              </a:ext>
            </a:extLst>
          </p:cNvPr>
          <p:cNvSpPr/>
          <p:nvPr/>
        </p:nvSpPr>
        <p:spPr>
          <a:xfrm>
            <a:off x="8382000" y="3292475"/>
            <a:ext cx="381000" cy="152400"/>
          </a:xfrm>
          <a:prstGeom prst="rect">
            <a:avLst/>
          </a:prstGeom>
          <a:solidFill>
            <a:srgbClr val="FF00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CA</a:t>
            </a:r>
          </a:p>
        </p:txBody>
      </p:sp>
      <p:sp>
        <p:nvSpPr>
          <p:cNvPr id="204" name="Rectangle 203">
            <a:extLst>
              <a:ext uri="{FF2B5EF4-FFF2-40B4-BE49-F238E27FC236}">
                <a16:creationId xmlns:a16="http://schemas.microsoft.com/office/drawing/2014/main" id="{FFC46235-8F2C-42D5-A260-311DC3AE6E0D}"/>
              </a:ext>
            </a:extLst>
          </p:cNvPr>
          <p:cNvSpPr/>
          <p:nvPr/>
        </p:nvSpPr>
        <p:spPr>
          <a:xfrm>
            <a:off x="8382000" y="3489325"/>
            <a:ext cx="3810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IT</a:t>
            </a:r>
          </a:p>
        </p:txBody>
      </p:sp>
      <p:sp>
        <p:nvSpPr>
          <p:cNvPr id="205" name="Rectangle 204">
            <a:extLst>
              <a:ext uri="{FF2B5EF4-FFF2-40B4-BE49-F238E27FC236}">
                <a16:creationId xmlns:a16="http://schemas.microsoft.com/office/drawing/2014/main" id="{9CF7B46D-4457-48AE-8174-0A7A4FF32252}"/>
              </a:ext>
            </a:extLst>
          </p:cNvPr>
          <p:cNvSpPr/>
          <p:nvPr/>
        </p:nvSpPr>
        <p:spPr>
          <a:xfrm>
            <a:off x="8382000" y="3687763"/>
            <a:ext cx="381000" cy="152400"/>
          </a:xfrm>
          <a:prstGeom prst="rect">
            <a:avLst/>
          </a:prstGeom>
          <a:solidFill>
            <a:srgbClr val="0066FF"/>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BR</a:t>
            </a:r>
          </a:p>
        </p:txBody>
      </p:sp>
      <p:sp>
        <p:nvSpPr>
          <p:cNvPr id="206" name="Rectangle 205">
            <a:extLst>
              <a:ext uri="{FF2B5EF4-FFF2-40B4-BE49-F238E27FC236}">
                <a16:creationId xmlns:a16="http://schemas.microsoft.com/office/drawing/2014/main" id="{F1176E61-D92F-4DFB-B007-03AAA23FF4B0}"/>
              </a:ext>
            </a:extLst>
          </p:cNvPr>
          <p:cNvSpPr/>
          <p:nvPr/>
        </p:nvSpPr>
        <p:spPr>
          <a:xfrm>
            <a:off x="8382000" y="3902075"/>
            <a:ext cx="3810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b="1" dirty="0">
                <a:solidFill>
                  <a:schemeClr val="tx1"/>
                </a:solidFill>
              </a:rPr>
              <a:t>NC</a:t>
            </a:r>
          </a:p>
        </p:txBody>
      </p:sp>
      <p:sp>
        <p:nvSpPr>
          <p:cNvPr id="207" name="Rectangle 206">
            <a:extLst>
              <a:ext uri="{FF2B5EF4-FFF2-40B4-BE49-F238E27FC236}">
                <a16:creationId xmlns:a16="http://schemas.microsoft.com/office/drawing/2014/main" id="{BAD35850-A634-4F90-A834-66230B595AA0}"/>
              </a:ext>
            </a:extLst>
          </p:cNvPr>
          <p:cNvSpPr/>
          <p:nvPr/>
        </p:nvSpPr>
        <p:spPr>
          <a:xfrm>
            <a:off x="3657600" y="59134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08" name="Rectangle 207">
            <a:extLst>
              <a:ext uri="{FF2B5EF4-FFF2-40B4-BE49-F238E27FC236}">
                <a16:creationId xmlns:a16="http://schemas.microsoft.com/office/drawing/2014/main" id="{FB7FF79A-1095-4630-B71F-2254A9955C12}"/>
              </a:ext>
            </a:extLst>
          </p:cNvPr>
          <p:cNvSpPr/>
          <p:nvPr/>
        </p:nvSpPr>
        <p:spPr>
          <a:xfrm>
            <a:off x="4191000" y="59134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09" name="Rectangle 208">
            <a:extLst>
              <a:ext uri="{FF2B5EF4-FFF2-40B4-BE49-F238E27FC236}">
                <a16:creationId xmlns:a16="http://schemas.microsoft.com/office/drawing/2014/main" id="{64EF6DDC-7A53-4F88-8337-C15CB217311E}"/>
              </a:ext>
            </a:extLst>
          </p:cNvPr>
          <p:cNvSpPr/>
          <p:nvPr/>
        </p:nvSpPr>
        <p:spPr>
          <a:xfrm>
            <a:off x="4724400" y="59134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10" name="Rectangle 209">
            <a:extLst>
              <a:ext uri="{FF2B5EF4-FFF2-40B4-BE49-F238E27FC236}">
                <a16:creationId xmlns:a16="http://schemas.microsoft.com/office/drawing/2014/main" id="{D5829B36-FC18-4108-92BA-08F61DEA737B}"/>
              </a:ext>
            </a:extLst>
          </p:cNvPr>
          <p:cNvSpPr/>
          <p:nvPr/>
        </p:nvSpPr>
        <p:spPr>
          <a:xfrm>
            <a:off x="5257800" y="5913438"/>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11" name="Rectangle 210">
            <a:extLst>
              <a:ext uri="{FF2B5EF4-FFF2-40B4-BE49-F238E27FC236}">
                <a16:creationId xmlns:a16="http://schemas.microsoft.com/office/drawing/2014/main" id="{F2F1B7DC-57EA-4342-B0D7-CA57E8AFE9F2}"/>
              </a:ext>
            </a:extLst>
          </p:cNvPr>
          <p:cNvSpPr/>
          <p:nvPr/>
        </p:nvSpPr>
        <p:spPr>
          <a:xfrm>
            <a:off x="5791200" y="59134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12" name="Rectangle 211">
            <a:extLst>
              <a:ext uri="{FF2B5EF4-FFF2-40B4-BE49-F238E27FC236}">
                <a16:creationId xmlns:a16="http://schemas.microsoft.com/office/drawing/2014/main" id="{05B1E16E-BBA4-4E18-9CA4-B02AB8E7C8AB}"/>
              </a:ext>
            </a:extLst>
          </p:cNvPr>
          <p:cNvSpPr/>
          <p:nvPr/>
        </p:nvSpPr>
        <p:spPr>
          <a:xfrm>
            <a:off x="6324600" y="5913438"/>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13" name="Rectangle 212">
            <a:extLst>
              <a:ext uri="{FF2B5EF4-FFF2-40B4-BE49-F238E27FC236}">
                <a16:creationId xmlns:a16="http://schemas.microsoft.com/office/drawing/2014/main" id="{A25EA3D3-2333-4797-A59B-9C71BF003CA0}"/>
              </a:ext>
            </a:extLst>
          </p:cNvPr>
          <p:cNvSpPr/>
          <p:nvPr/>
        </p:nvSpPr>
        <p:spPr>
          <a:xfrm>
            <a:off x="6858000" y="5913438"/>
            <a:ext cx="533400" cy="152400"/>
          </a:xfrm>
          <a:prstGeom prst="rect">
            <a:avLst/>
          </a:prstGeom>
          <a:solidFill>
            <a:srgbClr val="7030A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14" name="Rectangle 213">
            <a:extLst>
              <a:ext uri="{FF2B5EF4-FFF2-40B4-BE49-F238E27FC236}">
                <a16:creationId xmlns:a16="http://schemas.microsoft.com/office/drawing/2014/main" id="{5FAEF96C-110E-4FA1-84AD-165F7C2E595D}"/>
              </a:ext>
            </a:extLst>
          </p:cNvPr>
          <p:cNvSpPr/>
          <p:nvPr/>
        </p:nvSpPr>
        <p:spPr>
          <a:xfrm>
            <a:off x="7391400" y="5913438"/>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15" name="Rectangle 214">
            <a:extLst>
              <a:ext uri="{FF2B5EF4-FFF2-40B4-BE49-F238E27FC236}">
                <a16:creationId xmlns:a16="http://schemas.microsoft.com/office/drawing/2014/main" id="{D68D75F4-A73B-4108-8D5D-CC8840633245}"/>
              </a:ext>
            </a:extLst>
          </p:cNvPr>
          <p:cNvSpPr/>
          <p:nvPr/>
        </p:nvSpPr>
        <p:spPr>
          <a:xfrm>
            <a:off x="3649663" y="61499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16" name="Rectangle 215">
            <a:extLst>
              <a:ext uri="{FF2B5EF4-FFF2-40B4-BE49-F238E27FC236}">
                <a16:creationId xmlns:a16="http://schemas.microsoft.com/office/drawing/2014/main" id="{BFE24447-D923-4829-8801-61C5FF2DAF0A}"/>
              </a:ext>
            </a:extLst>
          </p:cNvPr>
          <p:cNvSpPr/>
          <p:nvPr/>
        </p:nvSpPr>
        <p:spPr>
          <a:xfrm>
            <a:off x="4183063" y="61499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17" name="Rectangle 216">
            <a:extLst>
              <a:ext uri="{FF2B5EF4-FFF2-40B4-BE49-F238E27FC236}">
                <a16:creationId xmlns:a16="http://schemas.microsoft.com/office/drawing/2014/main" id="{EE637259-12B4-46A3-8BA8-EBB32D48ACD9}"/>
              </a:ext>
            </a:extLst>
          </p:cNvPr>
          <p:cNvSpPr/>
          <p:nvPr/>
        </p:nvSpPr>
        <p:spPr>
          <a:xfrm>
            <a:off x="4716463" y="61499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18" name="Rectangle 217">
            <a:extLst>
              <a:ext uri="{FF2B5EF4-FFF2-40B4-BE49-F238E27FC236}">
                <a16:creationId xmlns:a16="http://schemas.microsoft.com/office/drawing/2014/main" id="{A864489E-CD5D-4B48-BBA3-E2C24BD7235A}"/>
              </a:ext>
            </a:extLst>
          </p:cNvPr>
          <p:cNvSpPr/>
          <p:nvPr/>
        </p:nvSpPr>
        <p:spPr>
          <a:xfrm>
            <a:off x="5249863" y="61499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19" name="Rectangle 218">
            <a:extLst>
              <a:ext uri="{FF2B5EF4-FFF2-40B4-BE49-F238E27FC236}">
                <a16:creationId xmlns:a16="http://schemas.microsoft.com/office/drawing/2014/main" id="{E92BEDFB-DD70-47C7-AF63-8DBFAAB89CF4}"/>
              </a:ext>
            </a:extLst>
          </p:cNvPr>
          <p:cNvSpPr/>
          <p:nvPr/>
        </p:nvSpPr>
        <p:spPr>
          <a:xfrm>
            <a:off x="5783263" y="6149975"/>
            <a:ext cx="533400" cy="152400"/>
          </a:xfrm>
          <a:prstGeom prst="rect">
            <a:avLst/>
          </a:prstGeom>
          <a:solidFill>
            <a:srgbClr val="0066FF"/>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20" name="Rectangle 219">
            <a:extLst>
              <a:ext uri="{FF2B5EF4-FFF2-40B4-BE49-F238E27FC236}">
                <a16:creationId xmlns:a16="http://schemas.microsoft.com/office/drawing/2014/main" id="{29BA5F76-0E44-4121-8F7D-EACEA94B124D}"/>
              </a:ext>
            </a:extLst>
          </p:cNvPr>
          <p:cNvSpPr/>
          <p:nvPr/>
        </p:nvSpPr>
        <p:spPr>
          <a:xfrm>
            <a:off x="6316663" y="61499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21" name="Rectangle 220">
            <a:extLst>
              <a:ext uri="{FF2B5EF4-FFF2-40B4-BE49-F238E27FC236}">
                <a16:creationId xmlns:a16="http://schemas.microsoft.com/office/drawing/2014/main" id="{BF6B75D8-2C10-46B2-A62E-91A73167A8B9}"/>
              </a:ext>
            </a:extLst>
          </p:cNvPr>
          <p:cNvSpPr/>
          <p:nvPr/>
        </p:nvSpPr>
        <p:spPr>
          <a:xfrm>
            <a:off x="6850063" y="61499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222" name="Rectangle 221">
            <a:extLst>
              <a:ext uri="{FF2B5EF4-FFF2-40B4-BE49-F238E27FC236}">
                <a16:creationId xmlns:a16="http://schemas.microsoft.com/office/drawing/2014/main" id="{D0507DA3-7405-43DF-B71A-F8DC5CFE6AC3}"/>
              </a:ext>
            </a:extLst>
          </p:cNvPr>
          <p:cNvSpPr/>
          <p:nvPr/>
        </p:nvSpPr>
        <p:spPr>
          <a:xfrm>
            <a:off x="7383463" y="6149975"/>
            <a:ext cx="533400" cy="152400"/>
          </a:xfrm>
          <a:prstGeom prst="rect">
            <a:avLst/>
          </a:prstGeom>
          <a:solidFill>
            <a:srgbClr val="00FF00"/>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200" b="1" dirty="0">
              <a:solidFill>
                <a:schemeClr val="tx1"/>
              </a:solidFill>
            </a:endParaRPr>
          </a:p>
        </p:txBody>
      </p:sp>
      <p:sp>
        <p:nvSpPr>
          <p:cNvPr id="64791" name="TextBox 281">
            <a:extLst>
              <a:ext uri="{FF2B5EF4-FFF2-40B4-BE49-F238E27FC236}">
                <a16:creationId xmlns:a16="http://schemas.microsoft.com/office/drawing/2014/main" id="{6458FC3B-0FDF-4C56-B223-73AD518E0087}"/>
              </a:ext>
            </a:extLst>
          </p:cNvPr>
          <p:cNvSpPr txBox="1">
            <a:spLocks noChangeArrowheads="1"/>
          </p:cNvSpPr>
          <p:nvPr/>
        </p:nvSpPr>
        <p:spPr bwMode="auto">
          <a:xfrm>
            <a:off x="381000" y="2057400"/>
            <a:ext cx="1828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a:latin typeface="Arial" panose="020B0604020202020204" pitchFamily="34" charset="0"/>
              </a:rPr>
              <a:t>What’s the mechanistic basis of the stealthy (or noisy) phenotype?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AE17C-731A-495B-9DF0-05115F8D8842}"/>
              </a:ext>
            </a:extLst>
          </p:cNvPr>
          <p:cNvSpPr>
            <a:spLocks noGrp="1"/>
          </p:cNvSpPr>
          <p:nvPr>
            <p:ph type="title"/>
          </p:nvPr>
        </p:nvSpPr>
        <p:spPr/>
        <p:txBody>
          <a:bodyPr/>
          <a:lstStyle/>
          <a:p>
            <a:pPr>
              <a:defRPr/>
            </a:pPr>
            <a:endParaRPr lang="en-US"/>
          </a:p>
        </p:txBody>
      </p:sp>
      <p:pic>
        <p:nvPicPr>
          <p:cNvPr id="65539" name="Picture 10">
            <a:extLst>
              <a:ext uri="{FF2B5EF4-FFF2-40B4-BE49-F238E27FC236}">
                <a16:creationId xmlns:a16="http://schemas.microsoft.com/office/drawing/2014/main" id="{7D0B4F0C-0DE0-4943-B5B6-9FC485704E5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66800" y="1600200"/>
            <a:ext cx="2878138" cy="4678363"/>
          </a:xfrm>
        </p:spPr>
      </p:pic>
      <p:pic>
        <p:nvPicPr>
          <p:cNvPr id="60428" name="Picture 12">
            <a:extLst>
              <a:ext uri="{FF2B5EF4-FFF2-40B4-BE49-F238E27FC236}">
                <a16:creationId xmlns:a16="http://schemas.microsoft.com/office/drawing/2014/main" id="{1085FC2D-B2BC-4866-938A-7FB914B901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1752600"/>
            <a:ext cx="3303588" cy="444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4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6" descr="AMNormAvg.pdf">
            <a:extLst>
              <a:ext uri="{FF2B5EF4-FFF2-40B4-BE49-F238E27FC236}">
                <a16:creationId xmlns:a16="http://schemas.microsoft.com/office/drawing/2014/main" id="{EC959FDC-EDCC-4607-8D68-566A1C9B189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 y="838200"/>
            <a:ext cx="86868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TextBox 3">
            <a:extLst>
              <a:ext uri="{FF2B5EF4-FFF2-40B4-BE49-F238E27FC236}">
                <a16:creationId xmlns:a16="http://schemas.microsoft.com/office/drawing/2014/main" id="{B4BC5E50-D7D3-4CF8-9703-E6E1FF71AFA9}"/>
              </a:ext>
            </a:extLst>
          </p:cNvPr>
          <p:cNvSpPr txBox="1">
            <a:spLocks noChangeArrowheads="1"/>
          </p:cNvSpPr>
          <p:nvPr/>
        </p:nvSpPr>
        <p:spPr bwMode="auto">
          <a:xfrm>
            <a:off x="1706563" y="341313"/>
            <a:ext cx="57261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b="1">
                <a:latin typeface="Arial" panose="020B0604020202020204" pitchFamily="34" charset="0"/>
              </a:rPr>
              <a:t>Average amplitude across all genes normalized to M-gene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Box 2">
            <a:extLst>
              <a:ext uri="{FF2B5EF4-FFF2-40B4-BE49-F238E27FC236}">
                <a16:creationId xmlns:a16="http://schemas.microsoft.com/office/drawing/2014/main" id="{AD80F619-87D1-4D5D-A664-2B99A3145FE9}"/>
              </a:ext>
            </a:extLst>
          </p:cNvPr>
          <p:cNvSpPr txBox="1">
            <a:spLocks noChangeArrowheads="1"/>
          </p:cNvSpPr>
          <p:nvPr/>
        </p:nvSpPr>
        <p:spPr bwMode="auto">
          <a:xfrm>
            <a:off x="2441575" y="503238"/>
            <a:ext cx="40592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b="1">
                <a:latin typeface="Arial" panose="020B0604020202020204" pitchFamily="34" charset="0"/>
              </a:rPr>
              <a:t>Amplitude (“A”) normalized to M-gene </a:t>
            </a:r>
          </a:p>
        </p:txBody>
      </p:sp>
      <p:pic>
        <p:nvPicPr>
          <p:cNvPr id="68611" name="Picture 3" descr="AMNorm.hm.pdf">
            <a:extLst>
              <a:ext uri="{FF2B5EF4-FFF2-40B4-BE49-F238E27FC236}">
                <a16:creationId xmlns:a16="http://schemas.microsoft.com/office/drawing/2014/main" id="{6287C477-6CE1-413D-B6D4-7891079A50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381125"/>
            <a:ext cx="91440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2" name="TextBox 4">
            <a:extLst>
              <a:ext uri="{FF2B5EF4-FFF2-40B4-BE49-F238E27FC236}">
                <a16:creationId xmlns:a16="http://schemas.microsoft.com/office/drawing/2014/main" id="{F9934EF2-D341-4AE6-8CE8-C7F05DB069C8}"/>
              </a:ext>
            </a:extLst>
          </p:cNvPr>
          <p:cNvSpPr txBox="1">
            <a:spLocks noChangeArrowheads="1"/>
          </p:cNvSpPr>
          <p:nvPr/>
        </p:nvSpPr>
        <p:spPr bwMode="auto">
          <a:xfrm>
            <a:off x="7766050" y="2989263"/>
            <a:ext cx="1377950" cy="276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200" b="1">
                <a:latin typeface="Arial" panose="020B0604020202020204" pitchFamily="34" charset="0"/>
              </a:rPr>
              <a:t>log10(AMaxNorm)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1">
            <a:extLst>
              <a:ext uri="{FF2B5EF4-FFF2-40B4-BE49-F238E27FC236}">
                <a16:creationId xmlns:a16="http://schemas.microsoft.com/office/drawing/2014/main" id="{32063AFA-AA1F-4C11-9450-1142A9D8E7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905000"/>
            <a:ext cx="8743950"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79172BD4-D46A-43C0-A0C9-D73CEE0DC085}"/>
              </a:ext>
            </a:extLst>
          </p:cNvPr>
          <p:cNvSpPr>
            <a:spLocks noGrp="1"/>
          </p:cNvSpPr>
          <p:nvPr>
            <p:ph type="title"/>
          </p:nvPr>
        </p:nvSpPr>
        <p:spPr/>
        <p:txBody>
          <a:bodyPr/>
          <a:lstStyle/>
          <a:p>
            <a:pPr>
              <a:defRPr/>
            </a:pPr>
            <a:r>
              <a:rPr lang="en-US" dirty="0"/>
              <a:t>The pandemic strain is efficient and stealthy</a:t>
            </a:r>
          </a:p>
        </p:txBody>
      </p:sp>
      <p:sp>
        <p:nvSpPr>
          <p:cNvPr id="69636" name="Text Placeholder 2">
            <a:extLst>
              <a:ext uri="{FF2B5EF4-FFF2-40B4-BE49-F238E27FC236}">
                <a16:creationId xmlns:a16="http://schemas.microsoft.com/office/drawing/2014/main" id="{EDE391B3-03C8-426C-AC9F-8EA6DBEDF745}"/>
              </a:ext>
            </a:extLst>
          </p:cNvPr>
          <p:cNvSpPr>
            <a:spLocks noGrp="1"/>
          </p:cNvSpPr>
          <p:nvPr>
            <p:ph type="body" sz="half" idx="1"/>
          </p:nvPr>
        </p:nvSpPr>
        <p:spPr>
          <a:xfrm>
            <a:off x="685800" y="1600200"/>
            <a:ext cx="7696200" cy="5105400"/>
          </a:xfrm>
        </p:spPr>
        <p:txBody>
          <a:bodyPr/>
          <a:lstStyle/>
          <a:p>
            <a:r>
              <a:rPr lang="en-US" altLang="en-US">
                <a:latin typeface="Calibri" panose="020F0502020204030204" pitchFamily="34" charset="0"/>
                <a:cs typeface="Calibri" panose="020F0502020204030204" pitchFamily="34" charset="0"/>
              </a:rPr>
              <a:t>Rapid + stealthy growth = Pandemic</a:t>
            </a:r>
          </a:p>
          <a:p>
            <a:endParaRPr lang="en-US" altLang="en-US">
              <a:latin typeface="Calibri" panose="020F0502020204030204" pitchFamily="34" charset="0"/>
              <a:cs typeface="Calibri" panose="020F0502020204030204" pitchFamily="34" charset="0"/>
            </a:endParaRPr>
          </a:p>
          <a:p>
            <a:endParaRPr lang="en-US" altLang="en-US">
              <a:latin typeface="Calibri" panose="020F0502020204030204" pitchFamily="34" charset="0"/>
              <a:cs typeface="Calibri" panose="020F0502020204030204" pitchFamily="34" charset="0"/>
            </a:endParaRPr>
          </a:p>
          <a:p>
            <a:pPr>
              <a:buFont typeface="Wingdings" panose="05000000000000000000" pitchFamily="2" charset="2"/>
              <a:buNone/>
            </a:pPr>
            <a:endParaRPr lang="en-US" altLang="en-US">
              <a:latin typeface="Calibri" panose="020F0502020204030204" pitchFamily="34" charset="0"/>
              <a:cs typeface="Calibri" panose="020F0502020204030204" pitchFamily="34" charset="0"/>
            </a:endParaRPr>
          </a:p>
          <a:p>
            <a:r>
              <a:rPr lang="en-US" altLang="en-US">
                <a:latin typeface="Calibri" panose="020F0502020204030204" pitchFamily="34" charset="0"/>
                <a:cs typeface="Calibri" panose="020F0502020204030204" pitchFamily="34" charset="0"/>
              </a:rPr>
              <a:t>The set of genes induced by diverse viruses is largely equivalent in the first 24 hours— “the flu program”</a:t>
            </a:r>
          </a:p>
          <a:p>
            <a:r>
              <a:rPr lang="en-US" altLang="en-US">
                <a:latin typeface="Calibri" panose="020F0502020204030204" pitchFamily="34" charset="0"/>
                <a:cs typeface="Calibri" panose="020F0502020204030204" pitchFamily="34" charset="0"/>
              </a:rPr>
              <a:t>The pandemic strategy is distinct from the well-adapted human seasonal virus </a:t>
            </a:r>
          </a:p>
          <a:p>
            <a:r>
              <a:rPr lang="en-US" altLang="en-US">
                <a:latin typeface="Calibri" panose="020F0502020204030204" pitchFamily="34" charset="0"/>
                <a:cs typeface="Calibri" panose="020F0502020204030204" pitchFamily="34" charset="0"/>
              </a:rPr>
              <a:t>Kinetic differences in the first ~18 hours of infection are critical to the quality and quantity of the later response</a:t>
            </a:r>
          </a:p>
          <a:p>
            <a:r>
              <a:rPr lang="en-US" altLang="en-US">
                <a:latin typeface="Calibri" panose="020F0502020204030204" pitchFamily="34" charset="0"/>
                <a:cs typeface="Calibri" panose="020F0502020204030204" pitchFamily="34" charset="0"/>
              </a:rPr>
              <a:t>The stealthy phenotype ismediated by contriubtions of the P-gene complex, with potential roles for NP and NS</a:t>
            </a:r>
          </a:p>
          <a:p>
            <a:endParaRPr lang="en-US" altLang="en-US">
              <a:latin typeface="Calibri" panose="020F0502020204030204" pitchFamily="34" charset="0"/>
              <a:cs typeface="Calibri" panose="020F050202020403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CF8CC-7770-4F3A-9A70-8F8C09593CF4}"/>
              </a:ext>
            </a:extLst>
          </p:cNvPr>
          <p:cNvSpPr>
            <a:spLocks noGrp="1"/>
          </p:cNvSpPr>
          <p:nvPr>
            <p:ph type="title"/>
          </p:nvPr>
        </p:nvSpPr>
        <p:spPr>
          <a:xfrm>
            <a:off x="304800" y="304800"/>
            <a:ext cx="7772400" cy="1143000"/>
          </a:xfrm>
        </p:spPr>
        <p:txBody>
          <a:bodyPr/>
          <a:lstStyle/>
          <a:p>
            <a:pPr>
              <a:defRPr/>
            </a:pPr>
            <a:r>
              <a:rPr lang="en-US" dirty="0"/>
              <a:t>ODE model of influenza infection</a:t>
            </a:r>
          </a:p>
        </p:txBody>
      </p:sp>
      <p:sp>
        <p:nvSpPr>
          <p:cNvPr id="70659" name="Content Placeholder 2">
            <a:extLst>
              <a:ext uri="{FF2B5EF4-FFF2-40B4-BE49-F238E27FC236}">
                <a16:creationId xmlns:a16="http://schemas.microsoft.com/office/drawing/2014/main" id="{94C9DCF6-9B79-49E5-9103-4F22D0407F84}"/>
              </a:ext>
            </a:extLst>
          </p:cNvPr>
          <p:cNvSpPr>
            <a:spLocks noGrp="1"/>
          </p:cNvSpPr>
          <p:nvPr>
            <p:ph sz="quarter" idx="1"/>
          </p:nvPr>
        </p:nvSpPr>
        <p:spPr>
          <a:xfrm>
            <a:off x="457200" y="1600200"/>
            <a:ext cx="7467600" cy="4873625"/>
          </a:xfrm>
        </p:spPr>
        <p:txBody>
          <a:bodyPr/>
          <a:lstStyle/>
          <a:p>
            <a:endParaRPr lang="en-US" altLang="en-US"/>
          </a:p>
        </p:txBody>
      </p:sp>
      <p:pic>
        <p:nvPicPr>
          <p:cNvPr id="70660" name="Picture 2">
            <a:extLst>
              <a:ext uri="{FF2B5EF4-FFF2-40B4-BE49-F238E27FC236}">
                <a16:creationId xmlns:a16="http://schemas.microsoft.com/office/drawing/2014/main" id="{D7716B6B-BDA4-4F92-9B8D-D6CF55C60D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125" y="1660525"/>
            <a:ext cx="8601075"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a:extLst>
              <a:ext uri="{FF2B5EF4-FFF2-40B4-BE49-F238E27FC236}">
                <a16:creationId xmlns:a16="http://schemas.microsoft.com/office/drawing/2014/main" id="{83E02389-1B88-4E9C-A6D7-FD2987F195DD}"/>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3236913"/>
            <a:ext cx="8791575" cy="362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095C760D-77E1-45F5-BE6D-CE6BC326FF8D}"/>
              </a:ext>
            </a:extLst>
          </p:cNvPr>
          <p:cNvSpPr>
            <a:spLocks noGrp="1"/>
          </p:cNvSpPr>
          <p:nvPr>
            <p:ph type="title"/>
          </p:nvPr>
        </p:nvSpPr>
        <p:spPr/>
        <p:txBody>
          <a:bodyPr/>
          <a:lstStyle/>
          <a:p>
            <a:pPr>
              <a:defRPr/>
            </a:pPr>
            <a:r>
              <a:rPr lang="en-US" dirty="0" err="1"/>
              <a:t>AICc</a:t>
            </a:r>
            <a:r>
              <a:rPr lang="en-US" dirty="0"/>
              <a:t> values of 8 different models</a:t>
            </a:r>
          </a:p>
        </p:txBody>
      </p:sp>
      <p:sp>
        <p:nvSpPr>
          <p:cNvPr id="3" name="Content Placeholder 2">
            <a:extLst>
              <a:ext uri="{FF2B5EF4-FFF2-40B4-BE49-F238E27FC236}">
                <a16:creationId xmlns:a16="http://schemas.microsoft.com/office/drawing/2014/main" id="{049488D6-E3C2-4C66-8E91-C39068D5F9D8}"/>
              </a:ext>
            </a:extLst>
          </p:cNvPr>
          <p:cNvSpPr>
            <a:spLocks noGrp="1"/>
          </p:cNvSpPr>
          <p:nvPr>
            <p:ph sz="quarter" idx="1"/>
          </p:nvPr>
        </p:nvSpPr>
        <p:spPr>
          <a:xfrm>
            <a:off x="457200" y="1600201"/>
            <a:ext cx="8458200" cy="1828800"/>
          </a:xfrm>
        </p:spPr>
        <p:txBody>
          <a:bodyPr numCol="2">
            <a:noAutofit/>
          </a:bodyPr>
          <a:lstStyle/>
          <a:p>
            <a:pPr marL="514350" indent="-514350">
              <a:buFont typeface="+mj-lt"/>
              <a:buAutoNum type="arabicPeriod"/>
              <a:defRPr/>
            </a:pPr>
            <a:r>
              <a:rPr lang="en-US" sz="1600" dirty="0"/>
              <a:t>No IR and no cell-</a:t>
            </a:r>
            <a:r>
              <a:rPr lang="en-US" sz="1600" dirty="0" err="1"/>
              <a:t>regrowth</a:t>
            </a:r>
            <a:endParaRPr lang="en-US" sz="1600" dirty="0"/>
          </a:p>
          <a:p>
            <a:pPr marL="514350" indent="-514350">
              <a:buFont typeface="+mj-lt"/>
              <a:buAutoNum type="arabicPeriod"/>
              <a:defRPr/>
            </a:pPr>
            <a:r>
              <a:rPr lang="en-US" sz="1600" dirty="0"/>
              <a:t>No IR, with cell-</a:t>
            </a:r>
            <a:r>
              <a:rPr lang="en-US" sz="1600" dirty="0" err="1"/>
              <a:t>regrowth</a:t>
            </a:r>
            <a:endParaRPr lang="en-US" sz="1600" dirty="0"/>
          </a:p>
          <a:p>
            <a:pPr marL="514350" indent="-514350">
              <a:buFont typeface="+mj-lt"/>
              <a:buAutoNum type="arabicPeriod"/>
              <a:defRPr/>
            </a:pPr>
            <a:r>
              <a:rPr lang="en-US" sz="1600" dirty="0"/>
              <a:t>With IR reducing virus production, no cell-</a:t>
            </a:r>
            <a:r>
              <a:rPr lang="en-US" sz="1600" dirty="0" err="1"/>
              <a:t>regrowth</a:t>
            </a:r>
            <a:endParaRPr lang="en-US" sz="1600" dirty="0"/>
          </a:p>
          <a:p>
            <a:pPr marL="514350" indent="-514350">
              <a:buFont typeface="+mj-lt"/>
              <a:buAutoNum type="arabicPeriod"/>
              <a:defRPr/>
            </a:pPr>
            <a:r>
              <a:rPr lang="en-US" sz="1600" dirty="0"/>
              <a:t>With IR reducing infection rate, no cell-</a:t>
            </a:r>
            <a:r>
              <a:rPr lang="en-US" sz="1600" dirty="0" err="1"/>
              <a:t>regrowth</a:t>
            </a:r>
            <a:endParaRPr lang="en-US" sz="1600" dirty="0"/>
          </a:p>
          <a:p>
            <a:pPr marL="514350" indent="-514350">
              <a:buFont typeface="+mj-lt"/>
              <a:buAutoNum type="arabicPeriod"/>
              <a:defRPr/>
            </a:pPr>
            <a:endParaRPr lang="en-US" sz="1600" dirty="0"/>
          </a:p>
          <a:p>
            <a:pPr marL="514350" indent="-514350">
              <a:buFont typeface="+mj-lt"/>
              <a:buAutoNum type="arabicPeriod"/>
              <a:defRPr/>
            </a:pPr>
            <a:endParaRPr lang="en-US" sz="1600" dirty="0"/>
          </a:p>
          <a:p>
            <a:pPr marL="514350" indent="-514350">
              <a:buFont typeface="+mj-lt"/>
              <a:buAutoNum type="arabicPeriod"/>
              <a:defRPr/>
            </a:pPr>
            <a:r>
              <a:rPr lang="en-US" sz="1600" dirty="0"/>
              <a:t>With IR prolonging latency, no cell-</a:t>
            </a:r>
            <a:r>
              <a:rPr lang="en-US" sz="1600" dirty="0" err="1"/>
              <a:t>regrowth</a:t>
            </a:r>
            <a:endParaRPr lang="en-US" sz="1600" dirty="0"/>
          </a:p>
          <a:p>
            <a:pPr marL="514350" indent="-514350">
              <a:buFont typeface="+mj-lt"/>
              <a:buAutoNum type="arabicPeriod"/>
              <a:defRPr/>
            </a:pPr>
            <a:r>
              <a:rPr lang="en-US" sz="1600" dirty="0"/>
              <a:t>With IR reducing virus production, with cell-</a:t>
            </a:r>
            <a:r>
              <a:rPr lang="en-US" sz="1600" dirty="0" err="1"/>
              <a:t>regrowth</a:t>
            </a:r>
            <a:endParaRPr lang="en-US" sz="1600" dirty="0"/>
          </a:p>
          <a:p>
            <a:pPr marL="514350" indent="-514350">
              <a:buFont typeface="+mj-lt"/>
              <a:buAutoNum type="arabicPeriod"/>
              <a:defRPr/>
            </a:pPr>
            <a:r>
              <a:rPr lang="en-US" sz="1600" dirty="0"/>
              <a:t>With IR reducing infection rate, with cell-</a:t>
            </a:r>
            <a:r>
              <a:rPr lang="en-US" sz="1600" dirty="0" err="1"/>
              <a:t>regrowth</a:t>
            </a:r>
            <a:endParaRPr lang="en-US" sz="1600" dirty="0"/>
          </a:p>
          <a:p>
            <a:pPr marL="514350" indent="-514350">
              <a:buFont typeface="+mj-lt"/>
              <a:buAutoNum type="arabicPeriod"/>
              <a:defRPr/>
            </a:pPr>
            <a:r>
              <a:rPr lang="en-US" sz="1600" dirty="0"/>
              <a:t>With IR prolonging latency, with cell-</a:t>
            </a:r>
            <a:r>
              <a:rPr lang="en-US" sz="1600" dirty="0" err="1"/>
              <a:t>regrowth</a:t>
            </a:r>
            <a:endParaRPr lang="en-US" sz="1600" dirty="0"/>
          </a:p>
          <a:p>
            <a:pPr marL="514350" indent="-514350">
              <a:buFont typeface="+mj-lt"/>
              <a:buAutoNum type="arabicPeriod"/>
              <a:defRPr/>
            </a:pPr>
            <a:endParaRPr lang="en-US" sz="1600" dirty="0"/>
          </a:p>
        </p:txBody>
      </p:sp>
      <p:sp>
        <p:nvSpPr>
          <p:cNvPr id="5" name="Rounded Rectangle 4">
            <a:extLst>
              <a:ext uri="{FF2B5EF4-FFF2-40B4-BE49-F238E27FC236}">
                <a16:creationId xmlns:a16="http://schemas.microsoft.com/office/drawing/2014/main" id="{BAD0C7A7-16DA-4754-B777-B0454F86EEC4}"/>
              </a:ext>
            </a:extLst>
          </p:cNvPr>
          <p:cNvSpPr/>
          <p:nvPr/>
        </p:nvSpPr>
        <p:spPr>
          <a:xfrm>
            <a:off x="1143000" y="5638800"/>
            <a:ext cx="6477000" cy="304800"/>
          </a:xfrm>
          <a:prstGeom prst="roundRect">
            <a:avLst/>
          </a:prstGeom>
          <a:solidFill>
            <a:schemeClr val="accent1">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334E4-0173-4D0B-8FA7-3F8F17D5F18E}"/>
              </a:ext>
            </a:extLst>
          </p:cNvPr>
          <p:cNvSpPr>
            <a:spLocks noGrp="1"/>
          </p:cNvSpPr>
          <p:nvPr>
            <p:ph type="title"/>
          </p:nvPr>
        </p:nvSpPr>
        <p:spPr/>
        <p:txBody>
          <a:bodyPr/>
          <a:lstStyle/>
          <a:p>
            <a:pPr>
              <a:defRPr/>
            </a:pPr>
            <a:r>
              <a:rPr lang="en-US" dirty="0"/>
              <a:t>Fits for Model 6—IR reduces virus production and cells </a:t>
            </a:r>
            <a:r>
              <a:rPr lang="en-US" dirty="0" err="1"/>
              <a:t>regrow</a:t>
            </a:r>
            <a:endParaRPr lang="en-US" dirty="0"/>
          </a:p>
        </p:txBody>
      </p:sp>
      <p:pic>
        <p:nvPicPr>
          <p:cNvPr id="72707" name="Picture 2">
            <a:extLst>
              <a:ext uri="{FF2B5EF4-FFF2-40B4-BE49-F238E27FC236}">
                <a16:creationId xmlns:a16="http://schemas.microsoft.com/office/drawing/2014/main" id="{79C1D3AD-D5F0-44BB-B000-745616311B9A}"/>
              </a:ext>
            </a:extLst>
          </p:cNvPr>
          <p:cNvPicPr>
            <a:picLocks noGrp="1" noChangeAspect="1" noChangeArrowheads="1"/>
          </p:cNvPicPr>
          <p:nvPr>
            <p:ph sz="quarter" idx="1"/>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50648" b="50456"/>
          <a:stretch>
            <a:fillRect/>
          </a:stretch>
        </p:blipFill>
        <p:spPr>
          <a:xfrm>
            <a:off x="5257800" y="1219200"/>
            <a:ext cx="3225800" cy="2971800"/>
          </a:xfrm>
        </p:spPr>
      </p:pic>
      <p:pic>
        <p:nvPicPr>
          <p:cNvPr id="72708" name="Picture 2">
            <a:extLst>
              <a:ext uri="{FF2B5EF4-FFF2-40B4-BE49-F238E27FC236}">
                <a16:creationId xmlns:a16="http://schemas.microsoft.com/office/drawing/2014/main" id="{A06A01D8-3A5B-46ED-85AE-039088A795C9}"/>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49352" b="47626"/>
          <a:stretch>
            <a:fillRect/>
          </a:stretch>
        </p:blipFill>
        <p:spPr bwMode="auto">
          <a:xfrm>
            <a:off x="1219200" y="1238250"/>
            <a:ext cx="3352800"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9" name="Picture 2">
            <a:extLst>
              <a:ext uri="{FF2B5EF4-FFF2-40B4-BE49-F238E27FC236}">
                <a16:creationId xmlns:a16="http://schemas.microsoft.com/office/drawing/2014/main" id="{C0FA2E82-C001-495B-B021-294662D7CB36}"/>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50456" r="49352"/>
          <a:stretch>
            <a:fillRect/>
          </a:stretch>
        </p:blipFill>
        <p:spPr bwMode="auto">
          <a:xfrm>
            <a:off x="1143000" y="3941763"/>
            <a:ext cx="3429000" cy="307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0" name="Picture 2">
            <a:extLst>
              <a:ext uri="{FF2B5EF4-FFF2-40B4-BE49-F238E27FC236}">
                <a16:creationId xmlns:a16="http://schemas.microsoft.com/office/drawing/2014/main" id="{154724FA-6F09-452D-9902-976AEA6D980A}"/>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50648" t="50456"/>
          <a:stretch>
            <a:fillRect/>
          </a:stretch>
        </p:blipFill>
        <p:spPr bwMode="auto">
          <a:xfrm>
            <a:off x="5230813" y="3962400"/>
            <a:ext cx="33083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1" name="TextBox 7">
            <a:extLst>
              <a:ext uri="{FF2B5EF4-FFF2-40B4-BE49-F238E27FC236}">
                <a16:creationId xmlns:a16="http://schemas.microsoft.com/office/drawing/2014/main" id="{7E07EC75-F1D1-4949-851E-BF9E89A0A643}"/>
              </a:ext>
            </a:extLst>
          </p:cNvPr>
          <p:cNvSpPr txBox="1">
            <a:spLocks noChangeArrowheads="1"/>
          </p:cNvSpPr>
          <p:nvPr/>
        </p:nvSpPr>
        <p:spPr bwMode="auto">
          <a:xfrm>
            <a:off x="1066800" y="2362200"/>
            <a:ext cx="76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a:latin typeface="Arial" panose="020B0604020202020204" pitchFamily="34" charset="0"/>
              </a:rPr>
              <a:t>BR</a:t>
            </a:r>
          </a:p>
        </p:txBody>
      </p:sp>
      <p:sp>
        <p:nvSpPr>
          <p:cNvPr id="72712" name="TextBox 8">
            <a:extLst>
              <a:ext uri="{FF2B5EF4-FFF2-40B4-BE49-F238E27FC236}">
                <a16:creationId xmlns:a16="http://schemas.microsoft.com/office/drawing/2014/main" id="{D072450C-D3F5-4022-A7C4-873E89528B0C}"/>
              </a:ext>
            </a:extLst>
          </p:cNvPr>
          <p:cNvSpPr txBox="1">
            <a:spLocks noChangeArrowheads="1"/>
          </p:cNvSpPr>
          <p:nvPr/>
        </p:nvSpPr>
        <p:spPr bwMode="auto">
          <a:xfrm>
            <a:off x="4876800" y="2362200"/>
            <a:ext cx="76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a:latin typeface="Arial" panose="020B0604020202020204" pitchFamily="34" charset="0"/>
              </a:rPr>
              <a:t>CA</a:t>
            </a:r>
          </a:p>
        </p:txBody>
      </p:sp>
      <p:sp>
        <p:nvSpPr>
          <p:cNvPr id="72713" name="TextBox 9">
            <a:extLst>
              <a:ext uri="{FF2B5EF4-FFF2-40B4-BE49-F238E27FC236}">
                <a16:creationId xmlns:a16="http://schemas.microsoft.com/office/drawing/2014/main" id="{11E4279C-C883-4C7F-949B-78B5D35113E5}"/>
              </a:ext>
            </a:extLst>
          </p:cNvPr>
          <p:cNvSpPr txBox="1">
            <a:spLocks noChangeArrowheads="1"/>
          </p:cNvSpPr>
          <p:nvPr/>
        </p:nvSpPr>
        <p:spPr bwMode="auto">
          <a:xfrm>
            <a:off x="1066800" y="5105400"/>
            <a:ext cx="76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a:latin typeface="Arial" panose="020B0604020202020204" pitchFamily="34" charset="0"/>
              </a:rPr>
              <a:t>IT</a:t>
            </a:r>
          </a:p>
        </p:txBody>
      </p:sp>
      <p:sp>
        <p:nvSpPr>
          <p:cNvPr id="72714" name="TextBox 10">
            <a:extLst>
              <a:ext uri="{FF2B5EF4-FFF2-40B4-BE49-F238E27FC236}">
                <a16:creationId xmlns:a16="http://schemas.microsoft.com/office/drawing/2014/main" id="{EBB7826D-BC37-4ED7-96C7-D3099C467A37}"/>
              </a:ext>
            </a:extLst>
          </p:cNvPr>
          <p:cNvSpPr txBox="1">
            <a:spLocks noChangeArrowheads="1"/>
          </p:cNvSpPr>
          <p:nvPr/>
        </p:nvSpPr>
        <p:spPr bwMode="auto">
          <a:xfrm>
            <a:off x="4876800" y="5105400"/>
            <a:ext cx="76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a:latin typeface="Arial" panose="020B0604020202020204" pitchFamily="34" charset="0"/>
              </a:rPr>
              <a:t>NC</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531FB-C136-4AAE-8B34-D5B67A49DBDA}"/>
              </a:ext>
            </a:extLst>
          </p:cNvPr>
          <p:cNvSpPr>
            <a:spLocks noGrp="1"/>
          </p:cNvSpPr>
          <p:nvPr>
            <p:ph type="title"/>
          </p:nvPr>
        </p:nvSpPr>
        <p:spPr/>
        <p:txBody>
          <a:bodyPr/>
          <a:lstStyle/>
          <a:p>
            <a:pPr>
              <a:defRPr/>
            </a:pPr>
            <a:r>
              <a:rPr lang="en-US" dirty="0"/>
              <a:t>SARS-CoV-2 vs. Influenza virus</a:t>
            </a:r>
          </a:p>
        </p:txBody>
      </p:sp>
      <p:grpSp>
        <p:nvGrpSpPr>
          <p:cNvPr id="73731" name="Group 8">
            <a:extLst>
              <a:ext uri="{FF2B5EF4-FFF2-40B4-BE49-F238E27FC236}">
                <a16:creationId xmlns:a16="http://schemas.microsoft.com/office/drawing/2014/main" id="{1CA39D99-E50A-457B-B9BD-C0AB4E8181DD}"/>
              </a:ext>
            </a:extLst>
          </p:cNvPr>
          <p:cNvGrpSpPr>
            <a:grpSpLocks/>
          </p:cNvGrpSpPr>
          <p:nvPr/>
        </p:nvGrpSpPr>
        <p:grpSpPr bwMode="auto">
          <a:xfrm>
            <a:off x="501650" y="2066925"/>
            <a:ext cx="4443413" cy="3305175"/>
            <a:chOff x="-512472" y="1435156"/>
            <a:chExt cx="7108799" cy="5288222"/>
          </a:xfrm>
        </p:grpSpPr>
        <p:pic>
          <p:nvPicPr>
            <p:cNvPr id="73742" name="Picture 9">
              <a:extLst>
                <a:ext uri="{FF2B5EF4-FFF2-40B4-BE49-F238E27FC236}">
                  <a16:creationId xmlns:a16="http://schemas.microsoft.com/office/drawing/2014/main" id="{C26E7347-FA05-4934-8F61-7C6EBED60C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625" y="1435156"/>
              <a:ext cx="6216702" cy="398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43" name="TextBox 10">
              <a:extLst>
                <a:ext uri="{FF2B5EF4-FFF2-40B4-BE49-F238E27FC236}">
                  <a16:creationId xmlns:a16="http://schemas.microsoft.com/office/drawing/2014/main" id="{2471C4F8-4A5D-45A2-B600-4E418742E470}"/>
                </a:ext>
              </a:extLst>
            </p:cNvPr>
            <p:cNvSpPr txBox="1">
              <a:spLocks noChangeArrowheads="1"/>
            </p:cNvSpPr>
            <p:nvPr/>
          </p:nvSpPr>
          <p:spPr bwMode="auto">
            <a:xfrm>
              <a:off x="-512472" y="5836981"/>
              <a:ext cx="6216701" cy="886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500">
                  <a:cs typeface="Arial" panose="020B0604020202020204" pitchFamily="34" charset="0"/>
                </a:rPr>
                <a:t>(+) ssRNA genome ~28-32 Kb</a:t>
              </a:r>
            </a:p>
            <a:p>
              <a:pPr algn="ctr"/>
              <a:r>
                <a:rPr lang="en-US" altLang="en-US" sz="1500">
                  <a:cs typeface="Arial" panose="020B0604020202020204" pitchFamily="34" charset="0"/>
                </a:rPr>
                <a:t>29 proteins</a:t>
              </a:r>
            </a:p>
          </p:txBody>
        </p:sp>
      </p:grpSp>
      <p:sp>
        <p:nvSpPr>
          <p:cNvPr id="16" name="TextBox 15">
            <a:extLst>
              <a:ext uri="{FF2B5EF4-FFF2-40B4-BE49-F238E27FC236}">
                <a16:creationId xmlns:a16="http://schemas.microsoft.com/office/drawing/2014/main" id="{5EB3AC0F-6A89-40E0-86D7-7EE4244382FA}"/>
              </a:ext>
            </a:extLst>
          </p:cNvPr>
          <p:cNvSpPr txBox="1"/>
          <p:nvPr/>
        </p:nvSpPr>
        <p:spPr>
          <a:xfrm>
            <a:off x="5957888" y="2016125"/>
            <a:ext cx="2152650" cy="284163"/>
          </a:xfrm>
          <a:prstGeom prst="rect">
            <a:avLst/>
          </a:prstGeom>
          <a:noFill/>
        </p:spPr>
        <p:txBody>
          <a:bodyPr wrap="none">
            <a:spAutoFit/>
          </a:bodyPr>
          <a:lstStyle/>
          <a:p>
            <a:pPr>
              <a:defRPr/>
            </a:pPr>
            <a:r>
              <a:rPr lang="en-US" sz="1250" b="1" dirty="0"/>
              <a:t>The Influenza Virus Virion</a:t>
            </a:r>
          </a:p>
        </p:txBody>
      </p:sp>
      <p:cxnSp>
        <p:nvCxnSpPr>
          <p:cNvPr id="18" name="Straight Connector 17">
            <a:extLst>
              <a:ext uri="{FF2B5EF4-FFF2-40B4-BE49-F238E27FC236}">
                <a16:creationId xmlns:a16="http://schemas.microsoft.com/office/drawing/2014/main" id="{79E28206-DCBC-4AB6-A416-2551462D24D5}"/>
              </a:ext>
            </a:extLst>
          </p:cNvPr>
          <p:cNvCxnSpPr>
            <a:cxnSpLocks/>
          </p:cNvCxnSpPr>
          <p:nvPr/>
        </p:nvCxnSpPr>
        <p:spPr>
          <a:xfrm>
            <a:off x="5519738" y="2286000"/>
            <a:ext cx="2606675" cy="0"/>
          </a:xfrm>
          <a:prstGeom prst="line">
            <a:avLst/>
          </a:prstGeom>
          <a:ln w="412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3734" name="TextBox 19">
            <a:extLst>
              <a:ext uri="{FF2B5EF4-FFF2-40B4-BE49-F238E27FC236}">
                <a16:creationId xmlns:a16="http://schemas.microsoft.com/office/drawing/2014/main" id="{779A04D6-2955-4E6C-9693-727AB9F297F4}"/>
              </a:ext>
            </a:extLst>
          </p:cNvPr>
          <p:cNvSpPr txBox="1">
            <a:spLocks noChangeArrowheads="1"/>
          </p:cNvSpPr>
          <p:nvPr/>
        </p:nvSpPr>
        <p:spPr bwMode="auto">
          <a:xfrm>
            <a:off x="5046663" y="4818063"/>
            <a:ext cx="3722687"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500">
                <a:cs typeface="Arial" panose="020B0604020202020204" pitchFamily="34" charset="0"/>
              </a:rPr>
              <a:t>(-) segmented ssRNA genome ~28-32 Kb</a:t>
            </a:r>
          </a:p>
          <a:p>
            <a:pPr algn="ctr"/>
            <a:r>
              <a:rPr lang="en-US" altLang="en-US" sz="1500">
                <a:cs typeface="Arial" panose="020B0604020202020204" pitchFamily="34" charset="0"/>
              </a:rPr>
              <a:t>~14 Kb, 10-14 proteins</a:t>
            </a:r>
          </a:p>
        </p:txBody>
      </p:sp>
      <p:grpSp>
        <p:nvGrpSpPr>
          <p:cNvPr id="73735" name="Group 21">
            <a:extLst>
              <a:ext uri="{FF2B5EF4-FFF2-40B4-BE49-F238E27FC236}">
                <a16:creationId xmlns:a16="http://schemas.microsoft.com/office/drawing/2014/main" id="{9FA4FA0B-AF85-4A98-889E-6BCA8DE82594}"/>
              </a:ext>
            </a:extLst>
          </p:cNvPr>
          <p:cNvGrpSpPr>
            <a:grpSpLocks/>
          </p:cNvGrpSpPr>
          <p:nvPr/>
        </p:nvGrpSpPr>
        <p:grpSpPr bwMode="auto">
          <a:xfrm>
            <a:off x="5457825" y="2366963"/>
            <a:ext cx="2668588" cy="2344737"/>
            <a:chOff x="8697951" y="1880282"/>
            <a:chExt cx="4270917" cy="3752576"/>
          </a:xfrm>
        </p:grpSpPr>
        <p:grpSp>
          <p:nvGrpSpPr>
            <p:cNvPr id="73736" name="Group 20">
              <a:extLst>
                <a:ext uri="{FF2B5EF4-FFF2-40B4-BE49-F238E27FC236}">
                  <a16:creationId xmlns:a16="http://schemas.microsoft.com/office/drawing/2014/main" id="{9239373B-ED86-4A16-8570-06B7EFD89DAA}"/>
                </a:ext>
              </a:extLst>
            </p:cNvPr>
            <p:cNvGrpSpPr>
              <a:grpSpLocks/>
            </p:cNvGrpSpPr>
            <p:nvPr/>
          </p:nvGrpSpPr>
          <p:grpSpPr bwMode="auto">
            <a:xfrm>
              <a:off x="8697951" y="2013019"/>
              <a:ext cx="4148350" cy="3619839"/>
              <a:chOff x="8697951" y="1946113"/>
              <a:chExt cx="4148350" cy="3619839"/>
            </a:xfrm>
          </p:grpSpPr>
          <p:pic>
            <p:nvPicPr>
              <p:cNvPr id="73738" name="Picture 4">
                <a:extLst>
                  <a:ext uri="{FF2B5EF4-FFF2-40B4-BE49-F238E27FC236}">
                    <a16:creationId xmlns:a16="http://schemas.microsoft.com/office/drawing/2014/main" id="{B9893C3B-FB56-4138-8173-F48A68E012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7018"/>
              <a:stretch>
                <a:fillRect/>
              </a:stretch>
            </p:blipFill>
            <p:spPr bwMode="auto">
              <a:xfrm>
                <a:off x="9109153" y="1946113"/>
                <a:ext cx="3737148" cy="3272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8">
                <a:extLst>
                  <a:ext uri="{FF2B5EF4-FFF2-40B4-BE49-F238E27FC236}">
                    <a16:creationId xmlns:a16="http://schemas.microsoft.com/office/drawing/2014/main" id="{790CE54D-95EF-436B-8CB2-B34AB5B7EE14}"/>
                  </a:ext>
                </a:extLst>
              </p:cNvPr>
              <p:cNvSpPr txBox="1">
                <a:spLocks noChangeArrowheads="1"/>
              </p:cNvSpPr>
              <p:nvPr/>
            </p:nvSpPr>
            <p:spPr bwMode="auto">
              <a:xfrm>
                <a:off x="8697951" y="2397731"/>
                <a:ext cx="1293217" cy="65803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algn="ctr" eaLnBrk="1" hangingPunct="1">
                  <a:spcBef>
                    <a:spcPct val="0"/>
                  </a:spcBef>
                  <a:buClrTx/>
                  <a:buSzTx/>
                  <a:buFontTx/>
                  <a:buNone/>
                  <a:defRPr/>
                </a:pPr>
                <a:r>
                  <a:rPr lang="en-US" altLang="en-US" sz="688" dirty="0">
                    <a:latin typeface="Arial" panose="020B0604020202020204" pitchFamily="34" charset="0"/>
                  </a:rPr>
                  <a:t>NA (Neuraminidase)</a:t>
                </a:r>
              </a:p>
            </p:txBody>
          </p:sp>
          <p:cxnSp>
            <p:nvCxnSpPr>
              <p:cNvPr id="13" name="Straight Connector 12">
                <a:extLst>
                  <a:ext uri="{FF2B5EF4-FFF2-40B4-BE49-F238E27FC236}">
                    <a16:creationId xmlns:a16="http://schemas.microsoft.com/office/drawing/2014/main" id="{A95FF4C3-BF53-42D3-A529-F6783E94B7E7}"/>
                  </a:ext>
                </a:extLst>
              </p:cNvPr>
              <p:cNvCxnSpPr>
                <a:cxnSpLocks/>
              </p:cNvCxnSpPr>
              <p:nvPr/>
            </p:nvCxnSpPr>
            <p:spPr>
              <a:xfrm>
                <a:off x="9533842" y="5243287"/>
                <a:ext cx="2520374" cy="0"/>
              </a:xfrm>
              <a:prstGeom prst="line">
                <a:avLst/>
              </a:prstGeom>
              <a:ln cap="sq" cmpd="sng">
                <a:solidFill>
                  <a:schemeClr val="tx1"/>
                </a:solidFill>
                <a:headEnd type="diamond"/>
                <a:tailEnd type="diamond"/>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51E06A80-FB7A-4618-AD4D-D4329BA13A04}"/>
                  </a:ext>
                </a:extLst>
              </p:cNvPr>
              <p:cNvSpPr txBox="1"/>
              <p:nvPr/>
            </p:nvSpPr>
            <p:spPr>
              <a:xfrm>
                <a:off x="10334161" y="5202636"/>
                <a:ext cx="1021361" cy="363316"/>
              </a:xfrm>
              <a:prstGeom prst="rect">
                <a:avLst/>
              </a:prstGeom>
              <a:noFill/>
            </p:spPr>
            <p:txBody>
              <a:bodyPr wrap="none">
                <a:spAutoFit/>
              </a:bodyPr>
              <a:lstStyle/>
              <a:p>
                <a:pPr>
                  <a:defRPr/>
                </a:pPr>
                <a:r>
                  <a:rPr lang="en-US" sz="875" b="1" dirty="0">
                    <a:cs typeface="Arial" panose="020B0604020202020204" pitchFamily="34" charset="0"/>
                  </a:rPr>
                  <a:t>~100 nm</a:t>
                </a:r>
              </a:p>
            </p:txBody>
          </p:sp>
        </p:grpSp>
        <p:sp>
          <p:nvSpPr>
            <p:cNvPr id="7" name="TextBox 7">
              <a:extLst>
                <a:ext uri="{FF2B5EF4-FFF2-40B4-BE49-F238E27FC236}">
                  <a16:creationId xmlns:a16="http://schemas.microsoft.com/office/drawing/2014/main" id="{68E4BA77-528B-450F-A861-9C24130D65D5}"/>
                </a:ext>
              </a:extLst>
            </p:cNvPr>
            <p:cNvSpPr txBox="1">
              <a:spLocks noChangeArrowheads="1"/>
            </p:cNvSpPr>
            <p:nvPr/>
          </p:nvSpPr>
          <p:spPr bwMode="auto">
            <a:xfrm>
              <a:off x="11848419" y="1880282"/>
              <a:ext cx="1120449" cy="6554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sz="2400">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sz="2000">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algn="ctr" eaLnBrk="1" hangingPunct="1">
                <a:spcBef>
                  <a:spcPct val="0"/>
                </a:spcBef>
                <a:buClrTx/>
                <a:buSzTx/>
                <a:buFontTx/>
                <a:buNone/>
                <a:defRPr/>
              </a:pPr>
              <a:r>
                <a:rPr lang="en-US" altLang="en-US" sz="688" dirty="0">
                  <a:latin typeface="Arial" panose="020B0604020202020204" pitchFamily="34" charset="0"/>
                </a:rPr>
                <a:t>(HA) Hemagglutinin</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115CF-7C6E-244B-8C16-CF32331FA8CE}"/>
              </a:ext>
            </a:extLst>
          </p:cNvPr>
          <p:cNvSpPr txBox="1">
            <a:spLocks/>
          </p:cNvSpPr>
          <p:nvPr/>
        </p:nvSpPr>
        <p:spPr>
          <a:xfrm>
            <a:off x="960438" y="1016000"/>
            <a:ext cx="8455025" cy="812800"/>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defRPr/>
            </a:pPr>
            <a:r>
              <a:rPr lang="en-US" sz="2700" b="1" dirty="0">
                <a:solidFill>
                  <a:schemeClr val="tx1"/>
                </a:solidFill>
                <a:latin typeface="Arial" charset="0"/>
                <a:ea typeface="Arial" charset="0"/>
                <a:cs typeface="Arial" charset="0"/>
              </a:rPr>
              <a:t>Coronavirus and influenza virus replication cycles</a:t>
            </a:r>
          </a:p>
        </p:txBody>
      </p:sp>
      <p:grpSp>
        <p:nvGrpSpPr>
          <p:cNvPr id="3" name="Group 2">
            <a:extLst>
              <a:ext uri="{FF2B5EF4-FFF2-40B4-BE49-F238E27FC236}">
                <a16:creationId xmlns:a16="http://schemas.microsoft.com/office/drawing/2014/main" id="{0E4AAC92-97F9-4682-BAAC-5BA46841A037}"/>
              </a:ext>
            </a:extLst>
          </p:cNvPr>
          <p:cNvGrpSpPr>
            <a:grpSpLocks/>
          </p:cNvGrpSpPr>
          <p:nvPr/>
        </p:nvGrpSpPr>
        <p:grpSpPr bwMode="auto">
          <a:xfrm>
            <a:off x="1014413" y="1758950"/>
            <a:ext cx="3103562" cy="4241800"/>
            <a:chOff x="8482123" y="-35748"/>
            <a:chExt cx="6148277" cy="8404681"/>
          </a:xfrm>
        </p:grpSpPr>
        <p:pic>
          <p:nvPicPr>
            <p:cNvPr id="74760" name="Picture 18">
              <a:extLst>
                <a:ext uri="{FF2B5EF4-FFF2-40B4-BE49-F238E27FC236}">
                  <a16:creationId xmlns:a16="http://schemas.microsoft.com/office/drawing/2014/main" id="{F7CA6655-86A8-48D3-91CC-D74413C893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7107"/>
            <a:stretch>
              <a:fillRect/>
            </a:stretch>
          </p:blipFill>
          <p:spPr bwMode="auto">
            <a:xfrm>
              <a:off x="8482123" y="5661887"/>
              <a:ext cx="6148277" cy="2707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1" name="Picture 19">
              <a:extLst>
                <a:ext uri="{FF2B5EF4-FFF2-40B4-BE49-F238E27FC236}">
                  <a16:creationId xmlns:a16="http://schemas.microsoft.com/office/drawing/2014/main" id="{E5627375-02D1-499A-91D7-6FB0FD51B4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56508"/>
            <a:stretch>
              <a:fillRect/>
            </a:stretch>
          </p:blipFill>
          <p:spPr bwMode="auto">
            <a:xfrm>
              <a:off x="8482123" y="-35748"/>
              <a:ext cx="6148277" cy="3579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2" name="Picture 20">
              <a:extLst>
                <a:ext uri="{FF2B5EF4-FFF2-40B4-BE49-F238E27FC236}">
                  <a16:creationId xmlns:a16="http://schemas.microsoft.com/office/drawing/2014/main" id="{3BCE9D98-32F2-4EFC-98D5-E2C69A514C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2963" b="32275"/>
            <a:stretch>
              <a:fillRect/>
            </a:stretch>
          </p:blipFill>
          <p:spPr bwMode="auto">
            <a:xfrm>
              <a:off x="8482123" y="3568910"/>
              <a:ext cx="6148277" cy="2037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 name="Picture 22">
            <a:extLst>
              <a:ext uri="{FF2B5EF4-FFF2-40B4-BE49-F238E27FC236}">
                <a16:creationId xmlns:a16="http://schemas.microsoft.com/office/drawing/2014/main" id="{9D2B9210-860D-494D-B343-094E35BBF6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488" y="2189163"/>
            <a:ext cx="3171825"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7" name="Picture 4" descr="A close up of a map&#10;&#10;Description automatically generated">
            <a:extLst>
              <a:ext uri="{FF2B5EF4-FFF2-40B4-BE49-F238E27FC236}">
                <a16:creationId xmlns:a16="http://schemas.microsoft.com/office/drawing/2014/main" id="{E9775AA5-A08D-4304-BEFF-E53B7AD053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463" y="2012950"/>
            <a:ext cx="4087812" cy="342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8" name="TextBox 5">
            <a:extLst>
              <a:ext uri="{FF2B5EF4-FFF2-40B4-BE49-F238E27FC236}">
                <a16:creationId xmlns:a16="http://schemas.microsoft.com/office/drawing/2014/main" id="{3D9B27A3-D55B-4701-BECE-B9A32E7F3598}"/>
              </a:ext>
            </a:extLst>
          </p:cNvPr>
          <p:cNvSpPr txBox="1">
            <a:spLocks noChangeArrowheads="1"/>
          </p:cNvSpPr>
          <p:nvPr/>
        </p:nvSpPr>
        <p:spPr bwMode="auto">
          <a:xfrm>
            <a:off x="1798638" y="1435100"/>
            <a:ext cx="15446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cs typeface="Arial" panose="020B0604020202020204" pitchFamily="34" charset="0"/>
              </a:rPr>
              <a:t>Coronavirus</a:t>
            </a:r>
          </a:p>
        </p:txBody>
      </p:sp>
      <p:sp>
        <p:nvSpPr>
          <p:cNvPr id="74759" name="TextBox 15">
            <a:extLst>
              <a:ext uri="{FF2B5EF4-FFF2-40B4-BE49-F238E27FC236}">
                <a16:creationId xmlns:a16="http://schemas.microsoft.com/office/drawing/2014/main" id="{84111C6C-0889-43D8-8166-D8F5AD331A40}"/>
              </a:ext>
            </a:extLst>
          </p:cNvPr>
          <p:cNvSpPr txBox="1">
            <a:spLocks noChangeArrowheads="1"/>
          </p:cNvSpPr>
          <p:nvPr/>
        </p:nvSpPr>
        <p:spPr bwMode="auto">
          <a:xfrm>
            <a:off x="6240463" y="1435100"/>
            <a:ext cx="1801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cs typeface="Arial" panose="020B0604020202020204" pitchFamily="34" charset="0"/>
              </a:rPr>
              <a:t>Influenza virus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C5A0C-9D2C-4058-B5BE-B7746DE66B51}"/>
              </a:ext>
            </a:extLst>
          </p:cNvPr>
          <p:cNvSpPr>
            <a:spLocks noGrp="1"/>
          </p:cNvSpPr>
          <p:nvPr>
            <p:ph type="title"/>
          </p:nvPr>
        </p:nvSpPr>
        <p:spPr>
          <a:xfrm>
            <a:off x="358775" y="284163"/>
            <a:ext cx="8480425" cy="677862"/>
          </a:xfrm>
        </p:spPr>
        <p:txBody>
          <a:bodyPr>
            <a:normAutofit fontScale="90000"/>
          </a:bodyPr>
          <a:lstStyle/>
          <a:p>
            <a:pPr>
              <a:defRPr/>
            </a:pPr>
            <a:r>
              <a:rPr lang="en-US" sz="2800" dirty="0"/>
              <a:t>Distinct receptor binding </a:t>
            </a:r>
            <a:r>
              <a:rPr lang="en-US" sz="2000" dirty="0"/>
              <a:t>features</a:t>
            </a:r>
            <a:r>
              <a:rPr lang="en-US" sz="2800" dirty="0"/>
              <a:t> of SARS vs. influenza viruses</a:t>
            </a:r>
          </a:p>
        </p:txBody>
      </p:sp>
      <p:pic>
        <p:nvPicPr>
          <p:cNvPr id="75779" name="Content Placeholder 4" descr="A close up of a map&#10;&#10;Description automatically generated">
            <a:extLst>
              <a:ext uri="{FF2B5EF4-FFF2-40B4-BE49-F238E27FC236}">
                <a16:creationId xmlns:a16="http://schemas.microsoft.com/office/drawing/2014/main" id="{B7C0965E-B611-4633-B580-2FDCC1780D5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58863" y="1743075"/>
            <a:ext cx="3643312" cy="4079875"/>
          </a:xfrm>
        </p:spPr>
      </p:pic>
      <p:sp>
        <p:nvSpPr>
          <p:cNvPr id="6" name="Rectangle 5">
            <a:extLst>
              <a:ext uri="{FF2B5EF4-FFF2-40B4-BE49-F238E27FC236}">
                <a16:creationId xmlns:a16="http://schemas.microsoft.com/office/drawing/2014/main" id="{299960D4-FFD7-48EA-9E47-7043FB5680DD}"/>
              </a:ext>
            </a:extLst>
          </p:cNvPr>
          <p:cNvSpPr/>
          <p:nvPr/>
        </p:nvSpPr>
        <p:spPr>
          <a:xfrm>
            <a:off x="3486150" y="5580063"/>
            <a:ext cx="1216025" cy="361950"/>
          </a:xfrm>
          <a:prstGeom prst="rect">
            <a:avLst/>
          </a:prstGeom>
        </p:spPr>
        <p:txBody>
          <a:bodyPr>
            <a:spAutoFit/>
          </a:bodyPr>
          <a:lstStyle/>
          <a:p>
            <a:pPr>
              <a:defRPr/>
            </a:pPr>
            <a:r>
              <a:rPr lang="en-US" sz="875" dirty="0">
                <a:solidFill>
                  <a:srgbClr val="333333"/>
                </a:solidFill>
                <a:latin typeface="GillSansRegular"/>
              </a:rPr>
              <a:t>https://doi.org/10.1101/2020.02.08.926006</a:t>
            </a:r>
            <a:endParaRPr lang="en-US" sz="875" dirty="0"/>
          </a:p>
        </p:txBody>
      </p:sp>
      <p:pic>
        <p:nvPicPr>
          <p:cNvPr id="75781" name="Picture 2">
            <a:extLst>
              <a:ext uri="{FF2B5EF4-FFF2-40B4-BE49-F238E27FC236}">
                <a16:creationId xmlns:a16="http://schemas.microsoft.com/office/drawing/2014/main" id="{9F86FCBC-43DC-4064-A400-DD64E665B3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6513" y="2360613"/>
            <a:ext cx="3825875" cy="244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2" name="TextBox 7">
            <a:extLst>
              <a:ext uri="{FF2B5EF4-FFF2-40B4-BE49-F238E27FC236}">
                <a16:creationId xmlns:a16="http://schemas.microsoft.com/office/drawing/2014/main" id="{11DCC16B-D1D2-40A8-9657-DE42D7D0352A}"/>
              </a:ext>
            </a:extLst>
          </p:cNvPr>
          <p:cNvSpPr txBox="1">
            <a:spLocks noChangeArrowheads="1"/>
          </p:cNvSpPr>
          <p:nvPr/>
        </p:nvSpPr>
        <p:spPr bwMode="auto">
          <a:xfrm>
            <a:off x="1798638" y="1435100"/>
            <a:ext cx="15446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cs typeface="Arial" panose="020B0604020202020204" pitchFamily="34" charset="0"/>
              </a:rPr>
              <a:t>Coronavirus</a:t>
            </a:r>
          </a:p>
        </p:txBody>
      </p:sp>
      <p:sp>
        <p:nvSpPr>
          <p:cNvPr id="75783" name="TextBox 8">
            <a:extLst>
              <a:ext uri="{FF2B5EF4-FFF2-40B4-BE49-F238E27FC236}">
                <a16:creationId xmlns:a16="http://schemas.microsoft.com/office/drawing/2014/main" id="{8D5B8F77-9A59-4149-967B-21E3F9B5C501}"/>
              </a:ext>
            </a:extLst>
          </p:cNvPr>
          <p:cNvSpPr txBox="1">
            <a:spLocks noChangeArrowheads="1"/>
          </p:cNvSpPr>
          <p:nvPr/>
        </p:nvSpPr>
        <p:spPr bwMode="auto">
          <a:xfrm>
            <a:off x="6240463" y="1435100"/>
            <a:ext cx="1801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cs typeface="Arial" panose="020B0604020202020204" pitchFamily="34" charset="0"/>
              </a:rPr>
              <a:t>Influenza virus</a:t>
            </a:r>
          </a:p>
        </p:txBody>
      </p:sp>
      <p:sp>
        <p:nvSpPr>
          <p:cNvPr id="10" name="TextBox 9">
            <a:extLst>
              <a:ext uri="{FF2B5EF4-FFF2-40B4-BE49-F238E27FC236}">
                <a16:creationId xmlns:a16="http://schemas.microsoft.com/office/drawing/2014/main" id="{D4DD8F40-F02C-455E-B7F9-1D493B773E54}"/>
              </a:ext>
            </a:extLst>
          </p:cNvPr>
          <p:cNvSpPr txBox="1"/>
          <p:nvPr/>
        </p:nvSpPr>
        <p:spPr>
          <a:xfrm>
            <a:off x="5011738" y="4979988"/>
            <a:ext cx="3825875" cy="476250"/>
          </a:xfrm>
          <a:prstGeom prst="rect">
            <a:avLst/>
          </a:prstGeom>
          <a:noFill/>
        </p:spPr>
        <p:txBody>
          <a:bodyPr>
            <a:spAutoFit/>
          </a:bodyPr>
          <a:lstStyle/>
          <a:p>
            <a:pPr algn="ctr">
              <a:defRPr/>
            </a:pPr>
            <a:r>
              <a:rPr lang="en-US" sz="1250" dirty="0"/>
              <a:t>Influenza HA binds to sialic acid residues on diverse surface proteins</a:t>
            </a:r>
          </a:p>
        </p:txBody>
      </p:sp>
      <p:sp>
        <p:nvSpPr>
          <p:cNvPr id="11" name="Rectangle 10">
            <a:extLst>
              <a:ext uri="{FF2B5EF4-FFF2-40B4-BE49-F238E27FC236}">
                <a16:creationId xmlns:a16="http://schemas.microsoft.com/office/drawing/2014/main" id="{578026BF-A424-475B-AD93-43A230AE7801}"/>
              </a:ext>
            </a:extLst>
          </p:cNvPr>
          <p:cNvSpPr/>
          <p:nvPr/>
        </p:nvSpPr>
        <p:spPr>
          <a:xfrm>
            <a:off x="4000500" y="3783013"/>
            <a:ext cx="598488" cy="354012"/>
          </a:xfrm>
          <a:prstGeom prst="rect">
            <a:avLst/>
          </a:prstGeom>
          <a:noFill/>
          <a:ln w="34925">
            <a:solidFill>
              <a:schemeClr val="accent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115CF-7C6E-244B-8C16-CF32331FA8CE}"/>
              </a:ext>
            </a:extLst>
          </p:cNvPr>
          <p:cNvSpPr txBox="1">
            <a:spLocks/>
          </p:cNvSpPr>
          <p:nvPr/>
        </p:nvSpPr>
        <p:spPr>
          <a:xfrm>
            <a:off x="947738" y="1031875"/>
            <a:ext cx="7664450" cy="812800"/>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defRPr/>
            </a:pPr>
            <a:r>
              <a:rPr lang="en-US" sz="2250" b="1" dirty="0">
                <a:solidFill>
                  <a:schemeClr val="tx1"/>
                </a:solidFill>
                <a:latin typeface="Arial" charset="0"/>
                <a:ea typeface="Arial" charset="0"/>
                <a:cs typeface="Arial" charset="0"/>
              </a:rPr>
              <a:t>Coronavirus Genome Encodes Several IFN Antagonists</a:t>
            </a:r>
          </a:p>
        </p:txBody>
      </p:sp>
      <p:sp>
        <p:nvSpPr>
          <p:cNvPr id="5" name="Rectangle 4">
            <a:extLst>
              <a:ext uri="{FF2B5EF4-FFF2-40B4-BE49-F238E27FC236}">
                <a16:creationId xmlns:a16="http://schemas.microsoft.com/office/drawing/2014/main" id="{D33EB021-24AE-CE47-8E19-A216E8B5B6CC}"/>
              </a:ext>
            </a:extLst>
          </p:cNvPr>
          <p:cNvSpPr/>
          <p:nvPr/>
        </p:nvSpPr>
        <p:spPr>
          <a:xfrm>
            <a:off x="1511300" y="3948113"/>
            <a:ext cx="1270000" cy="34766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sz="1950"/>
          </a:p>
        </p:txBody>
      </p:sp>
      <p:grpSp>
        <p:nvGrpSpPr>
          <p:cNvPr id="6" name="Group 5">
            <a:extLst>
              <a:ext uri="{FF2B5EF4-FFF2-40B4-BE49-F238E27FC236}">
                <a16:creationId xmlns:a16="http://schemas.microsoft.com/office/drawing/2014/main" id="{7F96D151-B967-481A-B7F7-0387043B2D2E}"/>
              </a:ext>
            </a:extLst>
          </p:cNvPr>
          <p:cNvGrpSpPr>
            <a:grpSpLocks/>
          </p:cNvGrpSpPr>
          <p:nvPr/>
        </p:nvGrpSpPr>
        <p:grpSpPr bwMode="auto">
          <a:xfrm>
            <a:off x="1377950" y="1809750"/>
            <a:ext cx="3527425" cy="285750"/>
            <a:chOff x="1891477" y="1623702"/>
            <a:chExt cx="4702754" cy="380944"/>
          </a:xfrm>
        </p:grpSpPr>
        <p:cxnSp>
          <p:nvCxnSpPr>
            <p:cNvPr id="7" name="Straight Connector 6">
              <a:extLst>
                <a:ext uri="{FF2B5EF4-FFF2-40B4-BE49-F238E27FC236}">
                  <a16:creationId xmlns:a16="http://schemas.microsoft.com/office/drawing/2014/main" id="{ED47842F-2BDF-9C4A-A941-EE412BC2A666}"/>
                </a:ext>
              </a:extLst>
            </p:cNvPr>
            <p:cNvCxnSpPr/>
            <p:nvPr/>
          </p:nvCxnSpPr>
          <p:spPr>
            <a:xfrm>
              <a:off x="1891477" y="2004646"/>
              <a:ext cx="4702754" cy="0"/>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EBE199E-A469-214A-B4A8-3DD7FE035879}"/>
                </a:ext>
              </a:extLst>
            </p:cNvPr>
            <p:cNvSpPr txBox="1"/>
            <p:nvPr/>
          </p:nvSpPr>
          <p:spPr>
            <a:xfrm>
              <a:off x="2890442" y="1623702"/>
              <a:ext cx="2804298" cy="378828"/>
            </a:xfrm>
            <a:prstGeom prst="rect">
              <a:avLst/>
            </a:prstGeom>
            <a:noFill/>
            <a:ln>
              <a:noFill/>
            </a:ln>
          </p:spPr>
          <p:txBody>
            <a:bodyPr wrap="none">
              <a:spAutoFit/>
            </a:bodyPr>
            <a:lstStyle/>
            <a:p>
              <a:pPr>
                <a:defRPr/>
              </a:pPr>
              <a:r>
                <a:rPr lang="en-US" sz="1250" b="1" dirty="0">
                  <a:solidFill>
                    <a:srgbClr val="7030A0"/>
                  </a:solidFill>
                  <a:cs typeface="Arial" panose="020B0604020202020204" pitchFamily="34" charset="0"/>
                </a:rPr>
                <a:t>Non-Structural Replicase</a:t>
              </a:r>
            </a:p>
          </p:txBody>
        </p:sp>
      </p:grpSp>
      <p:grpSp>
        <p:nvGrpSpPr>
          <p:cNvPr id="9" name="Group 8">
            <a:extLst>
              <a:ext uri="{FF2B5EF4-FFF2-40B4-BE49-F238E27FC236}">
                <a16:creationId xmlns:a16="http://schemas.microsoft.com/office/drawing/2014/main" id="{8892340E-D50D-4EC3-B4AF-B71939630D32}"/>
              </a:ext>
            </a:extLst>
          </p:cNvPr>
          <p:cNvGrpSpPr>
            <a:grpSpLocks/>
          </p:cNvGrpSpPr>
          <p:nvPr/>
        </p:nvGrpSpPr>
        <p:grpSpPr bwMode="auto">
          <a:xfrm>
            <a:off x="4751388" y="1568450"/>
            <a:ext cx="2127250" cy="285750"/>
            <a:chOff x="6390793" y="1302172"/>
            <a:chExt cx="2835135" cy="380085"/>
          </a:xfrm>
        </p:grpSpPr>
        <p:cxnSp>
          <p:nvCxnSpPr>
            <p:cNvPr id="10" name="Straight Connector 9">
              <a:extLst>
                <a:ext uri="{FF2B5EF4-FFF2-40B4-BE49-F238E27FC236}">
                  <a16:creationId xmlns:a16="http://schemas.microsoft.com/office/drawing/2014/main" id="{AF193708-575E-A642-B8C9-320CBEA66239}"/>
                </a:ext>
              </a:extLst>
            </p:cNvPr>
            <p:cNvCxnSpPr/>
            <p:nvPr/>
          </p:nvCxnSpPr>
          <p:spPr>
            <a:xfrm>
              <a:off x="6593907" y="1682257"/>
              <a:ext cx="228714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A462D0C-6C8A-A248-B5BF-8AC9E8D9A870}"/>
                </a:ext>
              </a:extLst>
            </p:cNvPr>
            <p:cNvSpPr txBox="1"/>
            <p:nvPr/>
          </p:nvSpPr>
          <p:spPr>
            <a:xfrm>
              <a:off x="6390793" y="1302172"/>
              <a:ext cx="2835135" cy="380085"/>
            </a:xfrm>
            <a:prstGeom prst="rect">
              <a:avLst/>
            </a:prstGeom>
            <a:noFill/>
          </p:spPr>
          <p:txBody>
            <a:bodyPr wrap="none">
              <a:spAutoFit/>
            </a:bodyPr>
            <a:lstStyle/>
            <a:p>
              <a:pPr>
                <a:defRPr/>
              </a:pPr>
              <a:r>
                <a:rPr lang="en-US" sz="1250" b="1" dirty="0">
                  <a:solidFill>
                    <a:srgbClr val="7030A0"/>
                  </a:solidFill>
                  <a:cs typeface="Arial" panose="020B0604020202020204" pitchFamily="34" charset="0"/>
                </a:rPr>
                <a:t>Structural and Accessory</a:t>
              </a:r>
            </a:p>
          </p:txBody>
        </p:sp>
      </p:grpSp>
      <p:sp>
        <p:nvSpPr>
          <p:cNvPr id="12" name="TextBox 11">
            <a:extLst>
              <a:ext uri="{FF2B5EF4-FFF2-40B4-BE49-F238E27FC236}">
                <a16:creationId xmlns:a16="http://schemas.microsoft.com/office/drawing/2014/main" id="{C76A4122-F691-174B-9FBD-0F1F146541BE}"/>
              </a:ext>
            </a:extLst>
          </p:cNvPr>
          <p:cNvSpPr txBox="1"/>
          <p:nvPr/>
        </p:nvSpPr>
        <p:spPr>
          <a:xfrm>
            <a:off x="1112838" y="3406775"/>
            <a:ext cx="4449762" cy="1978025"/>
          </a:xfrm>
          <a:prstGeom prst="rect">
            <a:avLst/>
          </a:prstGeom>
          <a:noFill/>
        </p:spPr>
        <p:txBody>
          <a:bodyPr>
            <a:spAutoFit/>
          </a:bodyPr>
          <a:lstStyle/>
          <a:p>
            <a:pPr>
              <a:defRPr/>
            </a:pPr>
            <a:r>
              <a:rPr lang="en-US" sz="1750" b="1" dirty="0">
                <a:latin typeface="Arial" charset="0"/>
                <a:ea typeface="Arial" charset="0"/>
                <a:cs typeface="Arial" charset="0"/>
              </a:rPr>
              <a:t>1. Non-Structural Proteins (nsp1-16)</a:t>
            </a:r>
          </a:p>
          <a:p>
            <a:pPr>
              <a:defRPr/>
            </a:pPr>
            <a:r>
              <a:rPr lang="en-US" sz="1750" dirty="0">
                <a:latin typeface="Arial" charset="0"/>
                <a:ea typeface="Arial" charset="0"/>
                <a:cs typeface="Arial" charset="0"/>
              </a:rPr>
              <a:t>	Conserved across CoVs</a:t>
            </a:r>
          </a:p>
          <a:p>
            <a:pPr>
              <a:defRPr/>
            </a:pPr>
            <a:r>
              <a:rPr lang="en-US" sz="1750" dirty="0">
                <a:latin typeface="Arial" charset="0"/>
                <a:ea typeface="Arial" charset="0"/>
                <a:cs typeface="Arial" charset="0"/>
              </a:rPr>
              <a:t>	Various, required functions </a:t>
            </a:r>
          </a:p>
          <a:p>
            <a:pPr>
              <a:defRPr/>
            </a:pPr>
            <a:r>
              <a:rPr lang="en-US" sz="1750" dirty="0">
                <a:latin typeface="Arial" charset="0"/>
                <a:ea typeface="Arial" charset="0"/>
                <a:cs typeface="Arial" charset="0"/>
              </a:rPr>
              <a:t>	IFN antagonists: nsp1, PLP2 (nsp3)</a:t>
            </a:r>
          </a:p>
          <a:p>
            <a:pPr>
              <a:defRPr/>
            </a:pPr>
            <a:r>
              <a:rPr lang="en-US" sz="1750" dirty="0">
                <a:latin typeface="Arial" charset="0"/>
                <a:ea typeface="Arial" charset="0"/>
                <a:cs typeface="Arial" charset="0"/>
              </a:rPr>
              <a:t> </a:t>
            </a:r>
          </a:p>
          <a:p>
            <a:pPr>
              <a:defRPr/>
            </a:pPr>
            <a:endParaRPr lang="en-US" sz="1750" dirty="0">
              <a:latin typeface="Arial" charset="0"/>
              <a:ea typeface="Arial" charset="0"/>
              <a:cs typeface="Arial" charset="0"/>
            </a:endParaRPr>
          </a:p>
        </p:txBody>
      </p:sp>
      <p:sp>
        <p:nvSpPr>
          <p:cNvPr id="13" name="TextBox 12">
            <a:extLst>
              <a:ext uri="{FF2B5EF4-FFF2-40B4-BE49-F238E27FC236}">
                <a16:creationId xmlns:a16="http://schemas.microsoft.com/office/drawing/2014/main" id="{DEA6976E-7612-FF44-A5CE-EFC96B52284E}"/>
              </a:ext>
            </a:extLst>
          </p:cNvPr>
          <p:cNvSpPr txBox="1"/>
          <p:nvPr/>
        </p:nvSpPr>
        <p:spPr>
          <a:xfrm>
            <a:off x="1165225" y="4762500"/>
            <a:ext cx="4645025" cy="1438275"/>
          </a:xfrm>
          <a:prstGeom prst="rect">
            <a:avLst/>
          </a:prstGeom>
          <a:noFill/>
        </p:spPr>
        <p:txBody>
          <a:bodyPr wrap="none">
            <a:spAutoFit/>
          </a:bodyPr>
          <a:lstStyle/>
          <a:p>
            <a:pPr>
              <a:defRPr/>
            </a:pPr>
            <a:r>
              <a:rPr lang="en-US" sz="1750" b="1" dirty="0">
                <a:latin typeface="Arial" charset="0"/>
                <a:ea typeface="Arial" charset="0"/>
                <a:cs typeface="Arial" charset="0"/>
              </a:rPr>
              <a:t>2. Accessory Proteins</a:t>
            </a:r>
          </a:p>
          <a:p>
            <a:pPr>
              <a:defRPr/>
            </a:pPr>
            <a:r>
              <a:rPr lang="en-US" sz="1750" dirty="0">
                <a:latin typeface="Arial" charset="0"/>
                <a:ea typeface="Arial" charset="0"/>
                <a:cs typeface="Arial" charset="0"/>
              </a:rPr>
              <a:t>	Unique to subfamilies and species</a:t>
            </a:r>
          </a:p>
          <a:p>
            <a:pPr>
              <a:defRPr/>
            </a:pPr>
            <a:r>
              <a:rPr lang="en-US" sz="1750" dirty="0">
                <a:latin typeface="Arial" charset="0"/>
                <a:ea typeface="Arial" charset="0"/>
                <a:cs typeface="Arial" charset="0"/>
              </a:rPr>
              <a:t>	Function dispensable for replication</a:t>
            </a:r>
          </a:p>
          <a:p>
            <a:pPr>
              <a:defRPr/>
            </a:pPr>
            <a:r>
              <a:rPr lang="en-US" sz="1750" dirty="0">
                <a:latin typeface="Arial" charset="0"/>
                <a:ea typeface="Arial" charset="0"/>
                <a:cs typeface="Arial" charset="0"/>
              </a:rPr>
              <a:t>	Encode virulence factors</a:t>
            </a:r>
          </a:p>
          <a:p>
            <a:pPr>
              <a:defRPr/>
            </a:pPr>
            <a:endParaRPr lang="en-US" sz="1750" dirty="0"/>
          </a:p>
        </p:txBody>
      </p:sp>
      <p:pic>
        <p:nvPicPr>
          <p:cNvPr id="76808" name="Picture 13">
            <a:extLst>
              <a:ext uri="{FF2B5EF4-FFF2-40B4-BE49-F238E27FC236}">
                <a16:creationId xmlns:a16="http://schemas.microsoft.com/office/drawing/2014/main" id="{F7B1E5AF-4EAB-47D2-B13D-ED956483E9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329" b="76070"/>
          <a:stretch>
            <a:fillRect/>
          </a:stretch>
        </p:blipFill>
        <p:spPr bwMode="auto">
          <a:xfrm>
            <a:off x="1377950" y="2211388"/>
            <a:ext cx="63881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B1D0FC6-FC0C-4948-B06F-CC9922E80649}"/>
              </a:ext>
            </a:extLst>
          </p:cNvPr>
          <p:cNvSpPr txBox="1">
            <a:spLocks/>
          </p:cNvSpPr>
          <p:nvPr/>
        </p:nvSpPr>
        <p:spPr>
          <a:xfrm>
            <a:off x="1023938" y="1027113"/>
            <a:ext cx="8455025" cy="812800"/>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defRPr/>
            </a:pPr>
            <a:r>
              <a:rPr lang="en-US" sz="2700" b="1" dirty="0">
                <a:solidFill>
                  <a:schemeClr val="tx1"/>
                </a:solidFill>
                <a:latin typeface="Arial" charset="0"/>
                <a:ea typeface="Arial" charset="0"/>
                <a:cs typeface="Arial" charset="0"/>
              </a:rPr>
              <a:t>Coronavirus Genome Structure and Duplication </a:t>
            </a:r>
          </a:p>
        </p:txBody>
      </p:sp>
      <p:pic>
        <p:nvPicPr>
          <p:cNvPr id="77827" name="Picture 21">
            <a:extLst>
              <a:ext uri="{FF2B5EF4-FFF2-40B4-BE49-F238E27FC236}">
                <a16:creationId xmlns:a16="http://schemas.microsoft.com/office/drawing/2014/main" id="{1FBF62E2-3206-493A-A126-F4B7C3C048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7738"/>
          <a:stretch>
            <a:fillRect/>
          </a:stretch>
        </p:blipFill>
        <p:spPr bwMode="auto">
          <a:xfrm>
            <a:off x="1879600" y="1573213"/>
            <a:ext cx="5384800" cy="425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a:extLst>
              <a:ext uri="{FF2B5EF4-FFF2-40B4-BE49-F238E27FC236}">
                <a16:creationId xmlns:a16="http://schemas.microsoft.com/office/drawing/2014/main" id="{2B07D294-EE65-4692-9458-43D732D815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2007"/>
          <a:stretch>
            <a:fillRect/>
          </a:stretch>
        </p:blipFill>
        <p:spPr bwMode="auto">
          <a:xfrm>
            <a:off x="0" y="2174875"/>
            <a:ext cx="9144000" cy="382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a:extLst>
              <a:ext uri="{FF2B5EF4-FFF2-40B4-BE49-F238E27FC236}">
                <a16:creationId xmlns:a16="http://schemas.microsoft.com/office/drawing/2014/main" id="{CAAB4C22-3EA5-40C6-8009-DEFC4F3910ED}"/>
              </a:ext>
            </a:extLst>
          </p:cNvPr>
          <p:cNvSpPr>
            <a:spLocks noGrp="1"/>
          </p:cNvSpPr>
          <p:nvPr>
            <p:ph type="title"/>
          </p:nvPr>
        </p:nvSpPr>
        <p:spPr/>
        <p:txBody>
          <a:bodyPr/>
          <a:lstStyle/>
          <a:p>
            <a:pPr>
              <a:defRPr/>
            </a:pPr>
            <a:r>
              <a:rPr lang="en-US" sz="2500" dirty="0"/>
              <a:t>Large SARS-Cov-2 proteome contains many immunomodulatory non-structural proteins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4CD59-2D73-412F-807E-84DF259194F8}"/>
              </a:ext>
            </a:extLst>
          </p:cNvPr>
          <p:cNvSpPr>
            <a:spLocks noGrp="1"/>
          </p:cNvSpPr>
          <p:nvPr>
            <p:ph type="title"/>
          </p:nvPr>
        </p:nvSpPr>
        <p:spPr/>
        <p:txBody>
          <a:bodyPr/>
          <a:lstStyle/>
          <a:p>
            <a:r>
              <a:rPr lang="en-US" dirty="0"/>
              <a:t>Protective Immunity against SARS-CoV-2</a:t>
            </a:r>
          </a:p>
        </p:txBody>
      </p:sp>
      <p:pic>
        <p:nvPicPr>
          <p:cNvPr id="4" name="Picture 3" descr="Text, map&#10;&#10;Description automatically generated">
            <a:extLst>
              <a:ext uri="{FF2B5EF4-FFF2-40B4-BE49-F238E27FC236}">
                <a16:creationId xmlns:a16="http://schemas.microsoft.com/office/drawing/2014/main" id="{753B4CEF-793B-4F64-85F0-847BA06B39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1604375"/>
            <a:ext cx="4826843" cy="5253625"/>
          </a:xfrm>
          <a:prstGeom prst="rect">
            <a:avLst/>
          </a:prstGeom>
        </p:spPr>
      </p:pic>
      <p:sp>
        <p:nvSpPr>
          <p:cNvPr id="6" name="TextBox 5">
            <a:extLst>
              <a:ext uri="{FF2B5EF4-FFF2-40B4-BE49-F238E27FC236}">
                <a16:creationId xmlns:a16="http://schemas.microsoft.com/office/drawing/2014/main" id="{C81A1B2F-131C-4C3B-B506-BD40ED8FE664}"/>
              </a:ext>
            </a:extLst>
          </p:cNvPr>
          <p:cNvSpPr txBox="1"/>
          <p:nvPr/>
        </p:nvSpPr>
        <p:spPr>
          <a:xfrm>
            <a:off x="228600" y="5657671"/>
            <a:ext cx="1524000" cy="1200329"/>
          </a:xfrm>
          <a:prstGeom prst="rect">
            <a:avLst/>
          </a:prstGeom>
          <a:noFill/>
        </p:spPr>
        <p:txBody>
          <a:bodyPr wrap="square">
            <a:spAutoFit/>
          </a:bodyPr>
          <a:lstStyle/>
          <a:p>
            <a:r>
              <a:rPr lang="en-US" dirty="0"/>
              <a:t>https://www.frontiersin.org/files/Articles/571481/</a:t>
            </a:r>
          </a:p>
        </p:txBody>
      </p:sp>
    </p:spTree>
    <p:extLst>
      <p:ext uri="{BB962C8B-B14F-4D97-AF65-F5344CB8AC3E}">
        <p14:creationId xmlns:p14="http://schemas.microsoft.com/office/powerpoint/2010/main" val="36777582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9C89D-2115-4DFA-81C5-F5446E394880}"/>
              </a:ext>
            </a:extLst>
          </p:cNvPr>
          <p:cNvSpPr>
            <a:spLocks noGrp="1"/>
          </p:cNvSpPr>
          <p:nvPr>
            <p:ph type="title"/>
          </p:nvPr>
        </p:nvSpPr>
        <p:spPr>
          <a:xfrm>
            <a:off x="989013" y="911225"/>
            <a:ext cx="7697787" cy="857250"/>
          </a:xfrm>
        </p:spPr>
        <p:txBody>
          <a:bodyPr/>
          <a:lstStyle/>
          <a:p>
            <a:pPr>
              <a:defRPr/>
            </a:pPr>
            <a:r>
              <a:rPr lang="en-US" sz="2750" b="1" dirty="0">
                <a:latin typeface="Arial" panose="020B0604020202020204" pitchFamily="34" charset="0"/>
                <a:cs typeface="Arial" panose="020B0604020202020204" pitchFamily="34" charset="0"/>
              </a:rPr>
              <a:t>SARS-CoV-2 vs. influenza virus summary</a:t>
            </a:r>
          </a:p>
        </p:txBody>
      </p:sp>
      <p:sp>
        <p:nvSpPr>
          <p:cNvPr id="81923" name="Text Placeholder 3">
            <a:extLst>
              <a:ext uri="{FF2B5EF4-FFF2-40B4-BE49-F238E27FC236}">
                <a16:creationId xmlns:a16="http://schemas.microsoft.com/office/drawing/2014/main" id="{72ABE820-A865-483A-A4A5-6D7F1497A5B8}"/>
              </a:ext>
            </a:extLst>
          </p:cNvPr>
          <p:cNvSpPr>
            <a:spLocks noGrp="1" noChangeArrowheads="1"/>
          </p:cNvSpPr>
          <p:nvPr>
            <p:ph type="body" idx="1"/>
          </p:nvPr>
        </p:nvSpPr>
        <p:spPr>
          <a:xfrm>
            <a:off x="838200" y="1889125"/>
            <a:ext cx="3590925" cy="479425"/>
          </a:xfrm>
        </p:spPr>
        <p:txBody>
          <a:bodyPr/>
          <a:lstStyle/>
          <a:p>
            <a:r>
              <a:rPr lang="en-US" altLang="en-US">
                <a:latin typeface="Arial" panose="020B0604020202020204" pitchFamily="34" charset="0"/>
                <a:cs typeface="Arial" panose="020B0604020202020204" pitchFamily="34" charset="0"/>
              </a:rPr>
              <a:t>SARS-CoV-2</a:t>
            </a:r>
          </a:p>
        </p:txBody>
      </p:sp>
      <p:sp>
        <p:nvSpPr>
          <p:cNvPr id="81924" name="Content Placeholder 4">
            <a:extLst>
              <a:ext uri="{FF2B5EF4-FFF2-40B4-BE49-F238E27FC236}">
                <a16:creationId xmlns:a16="http://schemas.microsoft.com/office/drawing/2014/main" id="{97B6917D-05DB-40E9-BE07-7A4706F68C88}"/>
              </a:ext>
            </a:extLst>
          </p:cNvPr>
          <p:cNvSpPr>
            <a:spLocks noGrp="1"/>
          </p:cNvSpPr>
          <p:nvPr>
            <p:ph sz="half" idx="2"/>
          </p:nvPr>
        </p:nvSpPr>
        <p:spPr>
          <a:xfrm>
            <a:off x="906463" y="2487613"/>
            <a:ext cx="3590925" cy="2963862"/>
          </a:xfrm>
        </p:spPr>
        <p:txBody>
          <a:bodyPr/>
          <a:lstStyle/>
          <a:p>
            <a:r>
              <a:rPr lang="en-US" altLang="en-US">
                <a:latin typeface="Arial" panose="020B0604020202020204" pitchFamily="34" charset="0"/>
                <a:cs typeface="Arial" panose="020B0604020202020204" pitchFamily="34" charset="0"/>
              </a:rPr>
              <a:t>RNA virus (+ sense)</a:t>
            </a:r>
          </a:p>
          <a:p>
            <a:r>
              <a:rPr lang="en-US" altLang="en-US">
                <a:latin typeface="Arial" panose="020B0604020202020204" pitchFamily="34" charset="0"/>
                <a:cs typeface="Arial" panose="020B0604020202020204" pitchFamily="34" charset="0"/>
              </a:rPr>
              <a:t>Single segment</a:t>
            </a:r>
          </a:p>
          <a:p>
            <a:r>
              <a:rPr lang="en-US" altLang="en-US">
                <a:latin typeface="Arial" panose="020B0604020202020204" pitchFamily="34" charset="0"/>
                <a:cs typeface="Arial" panose="020B0604020202020204" pitchFamily="34" charset="0"/>
              </a:rPr>
              <a:t>Large genome</a:t>
            </a:r>
          </a:p>
          <a:p>
            <a:r>
              <a:rPr lang="en-US" altLang="en-US">
                <a:latin typeface="Arial" panose="020B0604020202020204" pitchFamily="34" charset="0"/>
                <a:cs typeface="Arial" panose="020B0604020202020204" pitchFamily="34" charset="0"/>
              </a:rPr>
              <a:t>Multiple immune antagonists</a:t>
            </a:r>
          </a:p>
          <a:p>
            <a:r>
              <a:rPr lang="en-US" altLang="en-US">
                <a:latin typeface="Arial" panose="020B0604020202020204" pitchFamily="34" charset="0"/>
                <a:cs typeface="Arial" panose="020B0604020202020204" pitchFamily="34" charset="0"/>
              </a:rPr>
              <a:t>Specific receptor (ACE2)</a:t>
            </a:r>
          </a:p>
        </p:txBody>
      </p:sp>
      <p:sp>
        <p:nvSpPr>
          <p:cNvPr id="81925" name="Text Placeholder 5">
            <a:extLst>
              <a:ext uri="{FF2B5EF4-FFF2-40B4-BE49-F238E27FC236}">
                <a16:creationId xmlns:a16="http://schemas.microsoft.com/office/drawing/2014/main" id="{D2D9E041-00B6-49A5-BB45-7A4CBB40BB3D}"/>
              </a:ext>
            </a:extLst>
          </p:cNvPr>
          <p:cNvSpPr>
            <a:spLocks noGrp="1" noChangeArrowheads="1"/>
          </p:cNvSpPr>
          <p:nvPr>
            <p:ph type="body" sz="quarter" idx="3"/>
          </p:nvPr>
        </p:nvSpPr>
        <p:spPr>
          <a:xfrm>
            <a:off x="4654550" y="1852613"/>
            <a:ext cx="3657600" cy="658812"/>
          </a:xfrm>
        </p:spPr>
        <p:txBody>
          <a:bodyPr/>
          <a:lstStyle/>
          <a:p>
            <a:r>
              <a:rPr lang="en-US" altLang="en-US">
                <a:latin typeface="Arial" panose="020B0604020202020204" pitchFamily="34" charset="0"/>
                <a:cs typeface="Arial" panose="020B0604020202020204" pitchFamily="34" charset="0"/>
              </a:rPr>
              <a:t>Influenza virus</a:t>
            </a:r>
          </a:p>
        </p:txBody>
      </p:sp>
      <p:sp>
        <p:nvSpPr>
          <p:cNvPr id="81926" name="Content Placeholder 6">
            <a:extLst>
              <a:ext uri="{FF2B5EF4-FFF2-40B4-BE49-F238E27FC236}">
                <a16:creationId xmlns:a16="http://schemas.microsoft.com/office/drawing/2014/main" id="{3844AF96-641C-46A8-83CB-85A96BFE2CF6}"/>
              </a:ext>
            </a:extLst>
          </p:cNvPr>
          <p:cNvSpPr>
            <a:spLocks noGrp="1"/>
          </p:cNvSpPr>
          <p:nvPr>
            <p:ph sz="quarter" idx="4"/>
          </p:nvPr>
        </p:nvSpPr>
        <p:spPr>
          <a:xfrm>
            <a:off x="4645025" y="2487613"/>
            <a:ext cx="3590925" cy="2963862"/>
          </a:xfrm>
        </p:spPr>
        <p:txBody>
          <a:bodyPr/>
          <a:lstStyle/>
          <a:p>
            <a:r>
              <a:rPr lang="en-US" altLang="en-US">
                <a:latin typeface="Arial" panose="020B0604020202020204" pitchFamily="34" charset="0"/>
                <a:cs typeface="Arial" panose="020B0604020202020204" pitchFamily="34" charset="0"/>
              </a:rPr>
              <a:t>RNA virus (- sense)</a:t>
            </a:r>
          </a:p>
          <a:p>
            <a:r>
              <a:rPr lang="en-US" altLang="en-US">
                <a:latin typeface="Arial" panose="020B0604020202020204" pitchFamily="34" charset="0"/>
                <a:cs typeface="Arial" panose="020B0604020202020204" pitchFamily="34" charset="0"/>
              </a:rPr>
              <a:t>8 segments</a:t>
            </a:r>
          </a:p>
          <a:p>
            <a:r>
              <a:rPr lang="en-US" altLang="en-US">
                <a:latin typeface="Arial" panose="020B0604020202020204" pitchFamily="34" charset="0"/>
                <a:cs typeface="Arial" panose="020B0604020202020204" pitchFamily="34" charset="0"/>
              </a:rPr>
              <a:t>Much smaller genome (than CoV)</a:t>
            </a:r>
          </a:p>
          <a:p>
            <a:r>
              <a:rPr lang="en-US" altLang="en-US">
                <a:latin typeface="Arial" panose="020B0604020202020204" pitchFamily="34" charset="0"/>
                <a:cs typeface="Arial" panose="020B0604020202020204" pitchFamily="34" charset="0"/>
              </a:rPr>
              <a:t>Single immune antagonist (ds RNA sequestration)</a:t>
            </a:r>
          </a:p>
          <a:p>
            <a:r>
              <a:rPr lang="en-US" altLang="en-US">
                <a:latin typeface="Arial" panose="020B0604020202020204" pitchFamily="34" charset="0"/>
                <a:cs typeface="Arial" panose="020B0604020202020204" pitchFamily="34" charset="0"/>
              </a:rPr>
              <a:t>Non-specific receptor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72AE884-868C-4AE7-9FFF-E386B03C3821}"/>
              </a:ext>
            </a:extLst>
          </p:cNvPr>
          <p:cNvSpPr>
            <a:spLocks noGrp="1"/>
          </p:cNvSpPr>
          <p:nvPr>
            <p:ph type="title"/>
          </p:nvPr>
        </p:nvSpPr>
        <p:spPr/>
        <p:txBody>
          <a:bodyPr/>
          <a:lstStyle/>
          <a:p>
            <a:r>
              <a:rPr lang="en-US" dirty="0"/>
              <a:t>RSV Virion Structure</a:t>
            </a:r>
          </a:p>
        </p:txBody>
      </p:sp>
      <p:pic>
        <p:nvPicPr>
          <p:cNvPr id="10" name="Content Placeholder 9" descr="Diagram&#10;&#10;Description automatically generated">
            <a:extLst>
              <a:ext uri="{FF2B5EF4-FFF2-40B4-BE49-F238E27FC236}">
                <a16:creationId xmlns:a16="http://schemas.microsoft.com/office/drawing/2014/main" id="{9C6F9038-A25A-4AC8-83BB-FF41571A7C2E}"/>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736346" y="1668723"/>
            <a:ext cx="6909307" cy="3747282"/>
          </a:xfrm>
        </p:spPr>
      </p:pic>
      <p:sp>
        <p:nvSpPr>
          <p:cNvPr id="12" name="TextBox 11">
            <a:extLst>
              <a:ext uri="{FF2B5EF4-FFF2-40B4-BE49-F238E27FC236}">
                <a16:creationId xmlns:a16="http://schemas.microsoft.com/office/drawing/2014/main" id="{86F48B7C-6030-4E5C-94DF-2BB998D1A5B0}"/>
              </a:ext>
            </a:extLst>
          </p:cNvPr>
          <p:cNvSpPr txBox="1"/>
          <p:nvPr/>
        </p:nvSpPr>
        <p:spPr>
          <a:xfrm>
            <a:off x="304800" y="5651678"/>
            <a:ext cx="4572000" cy="1200329"/>
          </a:xfrm>
          <a:prstGeom prst="rect">
            <a:avLst/>
          </a:prstGeom>
          <a:noFill/>
        </p:spPr>
        <p:txBody>
          <a:bodyPr wrap="square">
            <a:spAutoFit/>
          </a:bodyPr>
          <a:lstStyle/>
          <a:p>
            <a:r>
              <a:rPr lang="en-US" dirty="0"/>
              <a:t>Epidemiology and prevention of respiratory syncytial virus infections in children in Italy. Italian Journal of Pediatrics. 47. 198. 10.1186/s13052-021-01148-8. </a:t>
            </a:r>
          </a:p>
        </p:txBody>
      </p:sp>
    </p:spTree>
    <p:extLst>
      <p:ext uri="{BB962C8B-B14F-4D97-AF65-F5344CB8AC3E}">
        <p14:creationId xmlns:p14="http://schemas.microsoft.com/office/powerpoint/2010/main" val="5659334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EED2E-F180-43E8-8ECF-CDE05B8D0D07}"/>
              </a:ext>
            </a:extLst>
          </p:cNvPr>
          <p:cNvSpPr>
            <a:spLocks noGrp="1"/>
          </p:cNvSpPr>
          <p:nvPr>
            <p:ph type="title"/>
          </p:nvPr>
        </p:nvSpPr>
        <p:spPr>
          <a:xfrm>
            <a:off x="326626" y="26059"/>
            <a:ext cx="7467600" cy="1143000"/>
          </a:xfrm>
        </p:spPr>
        <p:txBody>
          <a:bodyPr/>
          <a:lstStyle/>
          <a:p>
            <a:r>
              <a:rPr lang="en-US" dirty="0"/>
              <a:t>RSV Replication</a:t>
            </a:r>
          </a:p>
        </p:txBody>
      </p:sp>
      <p:pic>
        <p:nvPicPr>
          <p:cNvPr id="5" name="Content Placeholder 4" descr="Diagram&#10;&#10;Description automatically generated">
            <a:extLst>
              <a:ext uri="{FF2B5EF4-FFF2-40B4-BE49-F238E27FC236}">
                <a16:creationId xmlns:a16="http://schemas.microsoft.com/office/drawing/2014/main" id="{8CB1F954-E1A2-43AD-BCAD-7AA86C2B80EC}"/>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848071" y="1386816"/>
            <a:ext cx="5447858" cy="4873625"/>
          </a:xfrm>
        </p:spPr>
      </p:pic>
      <p:sp>
        <p:nvSpPr>
          <p:cNvPr id="7" name="TextBox 6">
            <a:extLst>
              <a:ext uri="{FF2B5EF4-FFF2-40B4-BE49-F238E27FC236}">
                <a16:creationId xmlns:a16="http://schemas.microsoft.com/office/drawing/2014/main" id="{AB31E93E-623B-403B-B77D-18C63A2596ED}"/>
              </a:ext>
            </a:extLst>
          </p:cNvPr>
          <p:cNvSpPr txBox="1"/>
          <p:nvPr/>
        </p:nvSpPr>
        <p:spPr>
          <a:xfrm>
            <a:off x="4060426" y="0"/>
            <a:ext cx="4572000" cy="738664"/>
          </a:xfrm>
          <a:prstGeom prst="rect">
            <a:avLst/>
          </a:prstGeom>
          <a:noFill/>
        </p:spPr>
        <p:txBody>
          <a:bodyPr wrap="square">
            <a:spAutoFit/>
          </a:bodyPr>
          <a:lstStyle/>
          <a:p>
            <a:r>
              <a:rPr lang="en-US" sz="1400" dirty="0">
                <a:hlinkClick r:id="rId3">
                  <a:extLst>
                    <a:ext uri="{A12FA001-AC4F-418D-AE19-62706E023703}">
                      <ahyp:hlinkClr xmlns:ahyp="http://schemas.microsoft.com/office/drawing/2018/hyperlinkcolor" val="tx"/>
                    </a:ext>
                  </a:extLst>
                </a:hlinkClick>
              </a:rPr>
              <a:t>New antiviral approaches for respiratory syncytial virus and other mononegaviruses: Inhibiting the RNA polymerase</a:t>
            </a:r>
            <a:endParaRPr lang="en-US" sz="1400" dirty="0"/>
          </a:p>
        </p:txBody>
      </p:sp>
    </p:spTree>
    <p:extLst>
      <p:ext uri="{BB962C8B-B14F-4D97-AF65-F5344CB8AC3E}">
        <p14:creationId xmlns:p14="http://schemas.microsoft.com/office/powerpoint/2010/main" val="37638126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E3485-0009-4D80-9CF8-DA08262BE9E7}"/>
              </a:ext>
            </a:extLst>
          </p:cNvPr>
          <p:cNvSpPr>
            <a:spLocks noGrp="1"/>
          </p:cNvSpPr>
          <p:nvPr>
            <p:ph type="title"/>
          </p:nvPr>
        </p:nvSpPr>
        <p:spPr/>
        <p:txBody>
          <a:bodyPr/>
          <a:lstStyle/>
          <a:p>
            <a:r>
              <a:rPr lang="en-US" dirty="0"/>
              <a:t>Unique Features of RSV pathogenesis</a:t>
            </a:r>
          </a:p>
        </p:txBody>
      </p:sp>
      <p:pic>
        <p:nvPicPr>
          <p:cNvPr id="5" name="Content Placeholder 4" descr="Diagram&#10;&#10;Description automatically generated">
            <a:extLst>
              <a:ext uri="{FF2B5EF4-FFF2-40B4-BE49-F238E27FC236}">
                <a16:creationId xmlns:a16="http://schemas.microsoft.com/office/drawing/2014/main" id="{F9F5FCE2-E780-46E6-A968-B707E59E1F0C}"/>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219200" y="1494364"/>
            <a:ext cx="6484040" cy="4873625"/>
          </a:xfrm>
        </p:spPr>
      </p:pic>
      <p:sp>
        <p:nvSpPr>
          <p:cNvPr id="6" name="TextBox 5">
            <a:extLst>
              <a:ext uri="{FF2B5EF4-FFF2-40B4-BE49-F238E27FC236}">
                <a16:creationId xmlns:a16="http://schemas.microsoft.com/office/drawing/2014/main" id="{9FD090BB-F233-4CAF-A59B-04CCC5549B6C}"/>
              </a:ext>
            </a:extLst>
          </p:cNvPr>
          <p:cNvSpPr txBox="1"/>
          <p:nvPr/>
        </p:nvSpPr>
        <p:spPr>
          <a:xfrm>
            <a:off x="228600" y="6501223"/>
            <a:ext cx="4968091" cy="369332"/>
          </a:xfrm>
          <a:prstGeom prst="rect">
            <a:avLst/>
          </a:prstGeom>
          <a:noFill/>
        </p:spPr>
        <p:txBody>
          <a:bodyPr wrap="none" rtlCol="0">
            <a:spAutoFit/>
          </a:bodyPr>
          <a:lstStyle/>
          <a:p>
            <a:r>
              <a:rPr lang="en-US" dirty="0"/>
              <a:t>https://www.frontiersin.org/files/Articles/450448</a:t>
            </a:r>
          </a:p>
        </p:txBody>
      </p:sp>
    </p:spTree>
    <p:extLst>
      <p:ext uri="{BB962C8B-B14F-4D97-AF65-F5344CB8AC3E}">
        <p14:creationId xmlns:p14="http://schemas.microsoft.com/office/powerpoint/2010/main" val="16210104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9624F-21AB-4C09-9571-ED8E0065DD35}"/>
              </a:ext>
            </a:extLst>
          </p:cNvPr>
          <p:cNvSpPr>
            <a:spLocks noGrp="1"/>
          </p:cNvSpPr>
          <p:nvPr>
            <p:ph type="title"/>
          </p:nvPr>
        </p:nvSpPr>
        <p:spPr>
          <a:xfrm>
            <a:off x="457200" y="274638"/>
            <a:ext cx="1905000" cy="1143000"/>
          </a:xfrm>
        </p:spPr>
        <p:txBody>
          <a:bodyPr>
            <a:normAutofit fontScale="90000"/>
          </a:bodyPr>
          <a:lstStyle/>
          <a:p>
            <a:r>
              <a:rPr lang="en-US" dirty="0"/>
              <a:t>RSV Vaccination Failure</a:t>
            </a:r>
          </a:p>
        </p:txBody>
      </p:sp>
      <p:pic>
        <p:nvPicPr>
          <p:cNvPr id="5" name="Content Placeholder 4">
            <a:extLst>
              <a:ext uri="{FF2B5EF4-FFF2-40B4-BE49-F238E27FC236}">
                <a16:creationId xmlns:a16="http://schemas.microsoft.com/office/drawing/2014/main" id="{33DD7AFA-EDBA-4655-944B-E7645C08A228}"/>
              </a:ext>
            </a:extLst>
          </p:cNvPr>
          <p:cNvPicPr>
            <a:picLocks noGrp="1" noChangeAspect="1"/>
          </p:cNvPicPr>
          <p:nvPr>
            <p:ph sz="quarter" idx="1"/>
          </p:nvPr>
        </p:nvPicPr>
        <p:blipFill>
          <a:blip r:embed="rId2"/>
          <a:stretch>
            <a:fillRect/>
          </a:stretch>
        </p:blipFill>
        <p:spPr>
          <a:xfrm>
            <a:off x="468330" y="4015174"/>
            <a:ext cx="7467600" cy="2568188"/>
          </a:xfrm>
        </p:spPr>
      </p:pic>
      <p:pic>
        <p:nvPicPr>
          <p:cNvPr id="7" name="Picture 6" descr="Diagram&#10;&#10;Description automatically generated">
            <a:extLst>
              <a:ext uri="{FF2B5EF4-FFF2-40B4-BE49-F238E27FC236}">
                <a16:creationId xmlns:a16="http://schemas.microsoft.com/office/drawing/2014/main" id="{50AF8089-AAD3-48C2-ACAD-326DE8DEBE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1800" y="0"/>
            <a:ext cx="5534203" cy="4191000"/>
          </a:xfrm>
          <a:prstGeom prst="rect">
            <a:avLst/>
          </a:prstGeom>
        </p:spPr>
      </p:pic>
      <p:sp>
        <p:nvSpPr>
          <p:cNvPr id="8" name="TextBox 7">
            <a:extLst>
              <a:ext uri="{FF2B5EF4-FFF2-40B4-BE49-F238E27FC236}">
                <a16:creationId xmlns:a16="http://schemas.microsoft.com/office/drawing/2014/main" id="{1EEA837D-E57A-403B-81C0-74157AD149A9}"/>
              </a:ext>
            </a:extLst>
          </p:cNvPr>
          <p:cNvSpPr txBox="1"/>
          <p:nvPr/>
        </p:nvSpPr>
        <p:spPr>
          <a:xfrm>
            <a:off x="468331" y="1828800"/>
            <a:ext cx="1893870" cy="2031325"/>
          </a:xfrm>
          <a:prstGeom prst="rect">
            <a:avLst/>
          </a:prstGeom>
          <a:noFill/>
        </p:spPr>
        <p:txBody>
          <a:bodyPr wrap="square" rtlCol="0">
            <a:spAutoFit/>
          </a:bodyPr>
          <a:lstStyle/>
          <a:p>
            <a:r>
              <a:rPr lang="en-US" dirty="0"/>
              <a:t>1960 era vaccine</a:t>
            </a:r>
          </a:p>
          <a:p>
            <a:r>
              <a:rPr lang="en-US" dirty="0"/>
              <a:t>80% of children suffered severe disease after infection</a:t>
            </a:r>
          </a:p>
          <a:p>
            <a:r>
              <a:rPr lang="en-US" dirty="0"/>
              <a:t>Two deaths</a:t>
            </a:r>
          </a:p>
        </p:txBody>
      </p:sp>
    </p:spTree>
    <p:extLst>
      <p:ext uri="{BB962C8B-B14F-4D97-AF65-F5344CB8AC3E}">
        <p14:creationId xmlns:p14="http://schemas.microsoft.com/office/powerpoint/2010/main" val="27890437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docProps/app.xml><?xml version="1.0" encoding="utf-8"?>
<Properties xmlns="http://schemas.openxmlformats.org/officeDocument/2006/extended-properties" xmlns:vt="http://schemas.openxmlformats.org/officeDocument/2006/docPropsVTypes">
  <Template>Oriel</Template>
  <TotalTime>17574</TotalTime>
  <Words>1773</Words>
  <Application>Microsoft Office PowerPoint</Application>
  <PresentationFormat>On-screen Show (4:3)</PresentationFormat>
  <Paragraphs>308</Paragraphs>
  <Slides>51</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51</vt:i4>
      </vt:variant>
    </vt:vector>
  </HeadingPairs>
  <TitlesOfParts>
    <vt:vector size="61" baseType="lpstr">
      <vt:lpstr>Arial</vt:lpstr>
      <vt:lpstr>Calibri</vt:lpstr>
      <vt:lpstr>Constantia</vt:lpstr>
      <vt:lpstr>Corbel</vt:lpstr>
      <vt:lpstr>GillSansRegular</vt:lpstr>
      <vt:lpstr>Times New Roman</vt:lpstr>
      <vt:lpstr>Wingdings</vt:lpstr>
      <vt:lpstr>Wingdings 2</vt:lpstr>
      <vt:lpstr>WP MathA</vt:lpstr>
      <vt:lpstr>Oriel</vt:lpstr>
      <vt:lpstr>Viral Infections </vt:lpstr>
      <vt:lpstr>Influenza A Virus</vt:lpstr>
      <vt:lpstr>PowerPoint Presentation</vt:lpstr>
      <vt:lpstr>Diverse Host tropism allows restriction and recombination</vt:lpstr>
      <vt:lpstr>Influenza Life cycle</vt:lpstr>
      <vt:lpstr>HA is required for Cell Entry</vt:lpstr>
      <vt:lpstr>Neuraminidase acts to cleave the sialic acid receptors from the cell surface</vt:lpstr>
      <vt:lpstr>Immune Mechanisms of Protection</vt:lpstr>
      <vt:lpstr>Immune Course of influenza infection</vt:lpstr>
      <vt:lpstr>Influenza evolution</vt:lpstr>
      <vt:lpstr>Human influenza pandemics</vt:lpstr>
      <vt:lpstr>Evolution of Human Influenza from 1918</vt:lpstr>
      <vt:lpstr>Swine-Origin H1n1 Incidence</vt:lpstr>
      <vt:lpstr>1918 (and possibly SwOrH1n1)  mortality curves suggest previous exposure</vt:lpstr>
      <vt:lpstr>Predictions of the 2009/H1N1 pandemic</vt:lpstr>
      <vt:lpstr>Pre-Exisitng Cross-reactive Immunity to 2009/H1n1</vt:lpstr>
      <vt:lpstr>Table Continued</vt:lpstr>
      <vt:lpstr>early pandemic H1N1:  April – July 2009</vt:lpstr>
      <vt:lpstr>2009 Pandemic H1N1</vt:lpstr>
      <vt:lpstr>H1N1 Swine Flu studies: response in human cells</vt:lpstr>
      <vt:lpstr>Viral growth kinetics in HAE cells</vt:lpstr>
      <vt:lpstr>PowerPoint Presentation</vt:lpstr>
      <vt:lpstr>More rapid colonization of culture by Pandemic and Esw virus</vt:lpstr>
      <vt:lpstr>Higher NA activity in Pandemic and ESw</vt:lpstr>
      <vt:lpstr>GROWTH SUMMARY </vt:lpstr>
      <vt:lpstr>ODE model of influenza infection—Andreas Handel, UGA</vt:lpstr>
      <vt:lpstr>Transcriptome analysis of pandemic virus infected HAE cultures</vt:lpstr>
      <vt:lpstr>Top 9 most significant differentially expressed genes 12 hours post-infection with A/Brisbane/59/2007(H1N1)</vt:lpstr>
      <vt:lpstr>Top 9 most significant differentially expressed genes at 12 hours post-infection with A/California/04/2009(H1N1)</vt:lpstr>
      <vt:lpstr>Host response as a function of virus</vt:lpstr>
      <vt:lpstr>Host response as a function of virus II</vt:lpstr>
      <vt:lpstr>Swaps</vt:lpstr>
      <vt:lpstr>PowerPoint Presentation</vt:lpstr>
      <vt:lpstr>PowerPoint Presentation</vt:lpstr>
      <vt:lpstr>PowerPoint Presentation</vt:lpstr>
      <vt:lpstr>The pandemic strain is efficient and stealthy</vt:lpstr>
      <vt:lpstr>ODE model of influenza infection</vt:lpstr>
      <vt:lpstr>AICc values of 8 different models</vt:lpstr>
      <vt:lpstr>Fits for Model 6—IR reduces virus production and cells regrow</vt:lpstr>
      <vt:lpstr>SARS-CoV-2 vs. Influenza virus</vt:lpstr>
      <vt:lpstr>PowerPoint Presentation</vt:lpstr>
      <vt:lpstr>Distinct receptor binding features of SARS vs. influenza viruses</vt:lpstr>
      <vt:lpstr>PowerPoint Presentation</vt:lpstr>
      <vt:lpstr>PowerPoint Presentation</vt:lpstr>
      <vt:lpstr>Large SARS-Cov-2 proteome contains many immunomodulatory non-structural proteins</vt:lpstr>
      <vt:lpstr>Protective Immunity against SARS-CoV-2</vt:lpstr>
      <vt:lpstr>SARS-CoV-2 vs. influenza virus summary</vt:lpstr>
      <vt:lpstr>RSV Virion Structure</vt:lpstr>
      <vt:lpstr>RSV Replication</vt:lpstr>
      <vt:lpstr>Unique Features of RSV pathogenesis</vt:lpstr>
      <vt:lpstr>RSV Vaccination Failure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Immunology</dc:title>
  <dc:creator>Paul G. Thomas</dc:creator>
  <cp:lastModifiedBy>Thomas, Paul</cp:lastModifiedBy>
  <cp:revision>444</cp:revision>
  <dcterms:created xsi:type="dcterms:W3CDTF">2005-09-07T19:21:02Z</dcterms:created>
  <dcterms:modified xsi:type="dcterms:W3CDTF">2023-07-10T15:37:27Z</dcterms:modified>
</cp:coreProperties>
</file>