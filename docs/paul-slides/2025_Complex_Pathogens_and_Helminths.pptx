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4"/>
  </p:sldMasterIdLst>
  <p:notesMasterIdLst>
    <p:notesMasterId r:id="rId54"/>
  </p:notesMasterIdLst>
  <p:handoutMasterIdLst>
    <p:handoutMasterId r:id="rId55"/>
  </p:handoutMasterIdLst>
  <p:sldIdLst>
    <p:sldId id="256" r:id="rId5"/>
    <p:sldId id="264" r:id="rId6"/>
    <p:sldId id="257" r:id="rId7"/>
    <p:sldId id="279" r:id="rId8"/>
    <p:sldId id="270" r:id="rId9"/>
    <p:sldId id="272" r:id="rId10"/>
    <p:sldId id="280" r:id="rId11"/>
    <p:sldId id="266" r:id="rId12"/>
    <p:sldId id="282" r:id="rId13"/>
    <p:sldId id="284" r:id="rId14"/>
    <p:sldId id="312" r:id="rId15"/>
    <p:sldId id="316" r:id="rId16"/>
    <p:sldId id="283" r:id="rId17"/>
    <p:sldId id="336" r:id="rId18"/>
    <p:sldId id="337" r:id="rId19"/>
    <p:sldId id="338" r:id="rId20"/>
    <p:sldId id="323" r:id="rId21"/>
    <p:sldId id="325" r:id="rId22"/>
    <p:sldId id="326" r:id="rId23"/>
    <p:sldId id="327" r:id="rId24"/>
    <p:sldId id="317" r:id="rId25"/>
    <p:sldId id="318" r:id="rId26"/>
    <p:sldId id="319" r:id="rId27"/>
    <p:sldId id="320" r:id="rId28"/>
    <p:sldId id="322" r:id="rId29"/>
    <p:sldId id="321" r:id="rId30"/>
    <p:sldId id="324" r:id="rId31"/>
    <p:sldId id="328" r:id="rId32"/>
    <p:sldId id="329" r:id="rId33"/>
    <p:sldId id="259" r:id="rId34"/>
    <p:sldId id="260" r:id="rId35"/>
    <p:sldId id="262" r:id="rId36"/>
    <p:sldId id="263" r:id="rId37"/>
    <p:sldId id="330" r:id="rId38"/>
    <p:sldId id="265" r:id="rId39"/>
    <p:sldId id="331" r:id="rId40"/>
    <p:sldId id="267" r:id="rId41"/>
    <p:sldId id="332" r:id="rId42"/>
    <p:sldId id="271" r:id="rId43"/>
    <p:sldId id="261" r:id="rId44"/>
    <p:sldId id="269" r:id="rId45"/>
    <p:sldId id="333" r:id="rId46"/>
    <p:sldId id="273" r:id="rId47"/>
    <p:sldId id="274" r:id="rId48"/>
    <p:sldId id="334" r:id="rId49"/>
    <p:sldId id="275" r:id="rId50"/>
    <p:sldId id="276" r:id="rId51"/>
    <p:sldId id="281" r:id="rId52"/>
    <p:sldId id="335" r:id="rId53"/>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8938FF-47FA-498E-A4BC-5F74D48983D3}" v="10" dt="2025-07-18T00:38:29.3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72" autoAdjust="0"/>
    <p:restoredTop sz="92321" autoAdjust="0"/>
  </p:normalViewPr>
  <p:slideViewPr>
    <p:cSldViewPr>
      <p:cViewPr varScale="1">
        <p:scale>
          <a:sx n="58" d="100"/>
          <a:sy n="58" d="100"/>
        </p:scale>
        <p:origin x="1524" y="60"/>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81" d="100"/>
          <a:sy n="81" d="100"/>
        </p:scale>
        <p:origin x="-3168" y="-9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61"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Paul" userId="19aa047e-baa3-4b10-95a7-cc6a4a1ac18f" providerId="ADAL" clId="{B48938FF-47FA-498E-A4BC-5F74D48983D3}"/>
    <pc:docChg chg="custSel addSld delSld modSld">
      <pc:chgData name="Thomas, Paul" userId="19aa047e-baa3-4b10-95a7-cc6a4a1ac18f" providerId="ADAL" clId="{B48938FF-47FA-498E-A4BC-5F74D48983D3}" dt="2025-07-18T00:45:00.621" v="248" actId="1076"/>
      <pc:docMkLst>
        <pc:docMk/>
      </pc:docMkLst>
      <pc:sldChg chg="add">
        <pc:chgData name="Thomas, Paul" userId="19aa047e-baa3-4b10-95a7-cc6a4a1ac18f" providerId="ADAL" clId="{B48938FF-47FA-498E-A4BC-5F74D48983D3}" dt="2025-07-17T23:58:56.158" v="1"/>
        <pc:sldMkLst>
          <pc:docMk/>
          <pc:sldMk cId="0" sldId="259"/>
        </pc:sldMkLst>
      </pc:sldChg>
      <pc:sldChg chg="add">
        <pc:chgData name="Thomas, Paul" userId="19aa047e-baa3-4b10-95a7-cc6a4a1ac18f" providerId="ADAL" clId="{B48938FF-47FA-498E-A4BC-5F74D48983D3}" dt="2025-07-17T23:58:56.158" v="1"/>
        <pc:sldMkLst>
          <pc:docMk/>
          <pc:sldMk cId="0" sldId="260"/>
        </pc:sldMkLst>
      </pc:sldChg>
      <pc:sldChg chg="add">
        <pc:chgData name="Thomas, Paul" userId="19aa047e-baa3-4b10-95a7-cc6a4a1ac18f" providerId="ADAL" clId="{B48938FF-47FA-498E-A4BC-5F74D48983D3}" dt="2025-07-17T23:58:56.158" v="1"/>
        <pc:sldMkLst>
          <pc:docMk/>
          <pc:sldMk cId="0" sldId="261"/>
        </pc:sldMkLst>
      </pc:sldChg>
      <pc:sldChg chg="add">
        <pc:chgData name="Thomas, Paul" userId="19aa047e-baa3-4b10-95a7-cc6a4a1ac18f" providerId="ADAL" clId="{B48938FF-47FA-498E-A4BC-5F74D48983D3}" dt="2025-07-17T23:58:56.158" v="1"/>
        <pc:sldMkLst>
          <pc:docMk/>
          <pc:sldMk cId="0" sldId="262"/>
        </pc:sldMkLst>
      </pc:sldChg>
      <pc:sldChg chg="add">
        <pc:chgData name="Thomas, Paul" userId="19aa047e-baa3-4b10-95a7-cc6a4a1ac18f" providerId="ADAL" clId="{B48938FF-47FA-498E-A4BC-5F74D48983D3}" dt="2025-07-17T23:58:56.158" v="1"/>
        <pc:sldMkLst>
          <pc:docMk/>
          <pc:sldMk cId="0" sldId="263"/>
        </pc:sldMkLst>
      </pc:sldChg>
      <pc:sldChg chg="add">
        <pc:chgData name="Thomas, Paul" userId="19aa047e-baa3-4b10-95a7-cc6a4a1ac18f" providerId="ADAL" clId="{B48938FF-47FA-498E-A4BC-5F74D48983D3}" dt="2025-07-17T23:58:56.158" v="1"/>
        <pc:sldMkLst>
          <pc:docMk/>
          <pc:sldMk cId="0" sldId="265"/>
        </pc:sldMkLst>
      </pc:sldChg>
      <pc:sldChg chg="add">
        <pc:chgData name="Thomas, Paul" userId="19aa047e-baa3-4b10-95a7-cc6a4a1ac18f" providerId="ADAL" clId="{B48938FF-47FA-498E-A4BC-5F74D48983D3}" dt="2025-07-17T23:58:56.158" v="1"/>
        <pc:sldMkLst>
          <pc:docMk/>
          <pc:sldMk cId="0" sldId="267"/>
        </pc:sldMkLst>
      </pc:sldChg>
      <pc:sldChg chg="add">
        <pc:chgData name="Thomas, Paul" userId="19aa047e-baa3-4b10-95a7-cc6a4a1ac18f" providerId="ADAL" clId="{B48938FF-47FA-498E-A4BC-5F74D48983D3}" dt="2025-07-17T23:58:56.158" v="1"/>
        <pc:sldMkLst>
          <pc:docMk/>
          <pc:sldMk cId="0" sldId="269"/>
        </pc:sldMkLst>
      </pc:sldChg>
      <pc:sldChg chg="add">
        <pc:chgData name="Thomas, Paul" userId="19aa047e-baa3-4b10-95a7-cc6a4a1ac18f" providerId="ADAL" clId="{B48938FF-47FA-498E-A4BC-5F74D48983D3}" dt="2025-07-17T23:58:56.158" v="1"/>
        <pc:sldMkLst>
          <pc:docMk/>
          <pc:sldMk cId="0" sldId="271"/>
        </pc:sldMkLst>
      </pc:sldChg>
      <pc:sldChg chg="modSp add mod">
        <pc:chgData name="Thomas, Paul" userId="19aa047e-baa3-4b10-95a7-cc6a4a1ac18f" providerId="ADAL" clId="{B48938FF-47FA-498E-A4BC-5F74D48983D3}" dt="2025-07-17T23:58:56.258" v="2" actId="27636"/>
        <pc:sldMkLst>
          <pc:docMk/>
          <pc:sldMk cId="0" sldId="273"/>
        </pc:sldMkLst>
        <pc:spChg chg="mod">
          <ac:chgData name="Thomas, Paul" userId="19aa047e-baa3-4b10-95a7-cc6a4a1ac18f" providerId="ADAL" clId="{B48938FF-47FA-498E-A4BC-5F74D48983D3}" dt="2025-07-17T23:58:56.258" v="2" actId="27636"/>
          <ac:spMkLst>
            <pc:docMk/>
            <pc:sldMk cId="0" sldId="273"/>
            <ac:spMk id="2" creationId="{00000000-0000-0000-0000-000000000000}"/>
          </ac:spMkLst>
        </pc:spChg>
      </pc:sldChg>
      <pc:sldChg chg="add">
        <pc:chgData name="Thomas, Paul" userId="19aa047e-baa3-4b10-95a7-cc6a4a1ac18f" providerId="ADAL" clId="{B48938FF-47FA-498E-A4BC-5F74D48983D3}" dt="2025-07-17T23:58:56.158" v="1"/>
        <pc:sldMkLst>
          <pc:docMk/>
          <pc:sldMk cId="0" sldId="274"/>
        </pc:sldMkLst>
      </pc:sldChg>
      <pc:sldChg chg="add">
        <pc:chgData name="Thomas, Paul" userId="19aa047e-baa3-4b10-95a7-cc6a4a1ac18f" providerId="ADAL" clId="{B48938FF-47FA-498E-A4BC-5F74D48983D3}" dt="2025-07-17T23:58:56.158" v="1"/>
        <pc:sldMkLst>
          <pc:docMk/>
          <pc:sldMk cId="0" sldId="275"/>
        </pc:sldMkLst>
      </pc:sldChg>
      <pc:sldChg chg="add">
        <pc:chgData name="Thomas, Paul" userId="19aa047e-baa3-4b10-95a7-cc6a4a1ac18f" providerId="ADAL" clId="{B48938FF-47FA-498E-A4BC-5F74D48983D3}" dt="2025-07-17T23:58:56.158" v="1"/>
        <pc:sldMkLst>
          <pc:docMk/>
          <pc:sldMk cId="0" sldId="276"/>
        </pc:sldMkLst>
      </pc:sldChg>
      <pc:sldChg chg="modSp add mod">
        <pc:chgData name="Thomas, Paul" userId="19aa047e-baa3-4b10-95a7-cc6a4a1ac18f" providerId="ADAL" clId="{B48938FF-47FA-498E-A4BC-5F74D48983D3}" dt="2025-07-17T23:58:56.277" v="3" actId="27636"/>
        <pc:sldMkLst>
          <pc:docMk/>
          <pc:sldMk cId="0" sldId="281"/>
        </pc:sldMkLst>
        <pc:spChg chg="mod">
          <ac:chgData name="Thomas, Paul" userId="19aa047e-baa3-4b10-95a7-cc6a4a1ac18f" providerId="ADAL" clId="{B48938FF-47FA-498E-A4BC-5F74D48983D3}" dt="2025-07-17T23:58:56.277" v="3" actId="27636"/>
          <ac:spMkLst>
            <pc:docMk/>
            <pc:sldMk cId="0" sldId="281"/>
            <ac:spMk id="2" creationId="{00000000-0000-0000-0000-000000000000}"/>
          </ac:spMkLst>
        </pc:spChg>
      </pc:sldChg>
      <pc:sldChg chg="del">
        <pc:chgData name="Thomas, Paul" userId="19aa047e-baa3-4b10-95a7-cc6a4a1ac18f" providerId="ADAL" clId="{B48938FF-47FA-498E-A4BC-5F74D48983D3}" dt="2025-07-17T19:38:00.185" v="0" actId="47"/>
        <pc:sldMkLst>
          <pc:docMk/>
          <pc:sldMk cId="0" sldId="285"/>
        </pc:sldMkLst>
      </pc:sldChg>
      <pc:sldChg chg="del">
        <pc:chgData name="Thomas, Paul" userId="19aa047e-baa3-4b10-95a7-cc6a4a1ac18f" providerId="ADAL" clId="{B48938FF-47FA-498E-A4BC-5F74D48983D3}" dt="2025-07-17T19:38:00.185" v="0" actId="47"/>
        <pc:sldMkLst>
          <pc:docMk/>
          <pc:sldMk cId="0" sldId="286"/>
        </pc:sldMkLst>
      </pc:sldChg>
      <pc:sldChg chg="del">
        <pc:chgData name="Thomas, Paul" userId="19aa047e-baa3-4b10-95a7-cc6a4a1ac18f" providerId="ADAL" clId="{B48938FF-47FA-498E-A4BC-5F74D48983D3}" dt="2025-07-17T19:38:00.185" v="0" actId="47"/>
        <pc:sldMkLst>
          <pc:docMk/>
          <pc:sldMk cId="0" sldId="287"/>
        </pc:sldMkLst>
      </pc:sldChg>
      <pc:sldChg chg="del">
        <pc:chgData name="Thomas, Paul" userId="19aa047e-baa3-4b10-95a7-cc6a4a1ac18f" providerId="ADAL" clId="{B48938FF-47FA-498E-A4BC-5F74D48983D3}" dt="2025-07-17T19:38:00.185" v="0" actId="47"/>
        <pc:sldMkLst>
          <pc:docMk/>
          <pc:sldMk cId="0" sldId="288"/>
        </pc:sldMkLst>
      </pc:sldChg>
      <pc:sldChg chg="del">
        <pc:chgData name="Thomas, Paul" userId="19aa047e-baa3-4b10-95a7-cc6a4a1ac18f" providerId="ADAL" clId="{B48938FF-47FA-498E-A4BC-5F74D48983D3}" dt="2025-07-17T19:38:00.185" v="0" actId="47"/>
        <pc:sldMkLst>
          <pc:docMk/>
          <pc:sldMk cId="0" sldId="289"/>
        </pc:sldMkLst>
      </pc:sldChg>
      <pc:sldChg chg="del">
        <pc:chgData name="Thomas, Paul" userId="19aa047e-baa3-4b10-95a7-cc6a4a1ac18f" providerId="ADAL" clId="{B48938FF-47FA-498E-A4BC-5F74D48983D3}" dt="2025-07-17T19:38:00.185" v="0" actId="47"/>
        <pc:sldMkLst>
          <pc:docMk/>
          <pc:sldMk cId="0" sldId="290"/>
        </pc:sldMkLst>
      </pc:sldChg>
      <pc:sldChg chg="del">
        <pc:chgData name="Thomas, Paul" userId="19aa047e-baa3-4b10-95a7-cc6a4a1ac18f" providerId="ADAL" clId="{B48938FF-47FA-498E-A4BC-5F74D48983D3}" dt="2025-07-17T19:38:00.185" v="0" actId="47"/>
        <pc:sldMkLst>
          <pc:docMk/>
          <pc:sldMk cId="0" sldId="291"/>
        </pc:sldMkLst>
      </pc:sldChg>
      <pc:sldChg chg="del">
        <pc:chgData name="Thomas, Paul" userId="19aa047e-baa3-4b10-95a7-cc6a4a1ac18f" providerId="ADAL" clId="{B48938FF-47FA-498E-A4BC-5F74D48983D3}" dt="2025-07-17T19:38:00.185" v="0" actId="47"/>
        <pc:sldMkLst>
          <pc:docMk/>
          <pc:sldMk cId="0" sldId="292"/>
        </pc:sldMkLst>
      </pc:sldChg>
      <pc:sldChg chg="del">
        <pc:chgData name="Thomas, Paul" userId="19aa047e-baa3-4b10-95a7-cc6a4a1ac18f" providerId="ADAL" clId="{B48938FF-47FA-498E-A4BC-5F74D48983D3}" dt="2025-07-17T19:38:00.185" v="0" actId="47"/>
        <pc:sldMkLst>
          <pc:docMk/>
          <pc:sldMk cId="0" sldId="293"/>
        </pc:sldMkLst>
      </pc:sldChg>
      <pc:sldChg chg="del">
        <pc:chgData name="Thomas, Paul" userId="19aa047e-baa3-4b10-95a7-cc6a4a1ac18f" providerId="ADAL" clId="{B48938FF-47FA-498E-A4BC-5F74D48983D3}" dt="2025-07-17T19:38:00.185" v="0" actId="47"/>
        <pc:sldMkLst>
          <pc:docMk/>
          <pc:sldMk cId="0" sldId="295"/>
        </pc:sldMkLst>
      </pc:sldChg>
      <pc:sldChg chg="del">
        <pc:chgData name="Thomas, Paul" userId="19aa047e-baa3-4b10-95a7-cc6a4a1ac18f" providerId="ADAL" clId="{B48938FF-47FA-498E-A4BC-5F74D48983D3}" dt="2025-07-17T19:38:00.185" v="0" actId="47"/>
        <pc:sldMkLst>
          <pc:docMk/>
          <pc:sldMk cId="0" sldId="296"/>
        </pc:sldMkLst>
      </pc:sldChg>
      <pc:sldChg chg="del">
        <pc:chgData name="Thomas, Paul" userId="19aa047e-baa3-4b10-95a7-cc6a4a1ac18f" providerId="ADAL" clId="{B48938FF-47FA-498E-A4BC-5F74D48983D3}" dt="2025-07-17T19:38:00.185" v="0" actId="47"/>
        <pc:sldMkLst>
          <pc:docMk/>
          <pc:sldMk cId="0" sldId="297"/>
        </pc:sldMkLst>
      </pc:sldChg>
      <pc:sldChg chg="del">
        <pc:chgData name="Thomas, Paul" userId="19aa047e-baa3-4b10-95a7-cc6a4a1ac18f" providerId="ADAL" clId="{B48938FF-47FA-498E-A4BC-5F74D48983D3}" dt="2025-07-17T19:38:00.185" v="0" actId="47"/>
        <pc:sldMkLst>
          <pc:docMk/>
          <pc:sldMk cId="0" sldId="298"/>
        </pc:sldMkLst>
      </pc:sldChg>
      <pc:sldChg chg="del">
        <pc:chgData name="Thomas, Paul" userId="19aa047e-baa3-4b10-95a7-cc6a4a1ac18f" providerId="ADAL" clId="{B48938FF-47FA-498E-A4BC-5F74D48983D3}" dt="2025-07-17T19:38:00.185" v="0" actId="47"/>
        <pc:sldMkLst>
          <pc:docMk/>
          <pc:sldMk cId="0" sldId="299"/>
        </pc:sldMkLst>
      </pc:sldChg>
      <pc:sldChg chg="del">
        <pc:chgData name="Thomas, Paul" userId="19aa047e-baa3-4b10-95a7-cc6a4a1ac18f" providerId="ADAL" clId="{B48938FF-47FA-498E-A4BC-5F74D48983D3}" dt="2025-07-17T19:38:00.185" v="0" actId="47"/>
        <pc:sldMkLst>
          <pc:docMk/>
          <pc:sldMk cId="0" sldId="300"/>
        </pc:sldMkLst>
      </pc:sldChg>
      <pc:sldChg chg="del">
        <pc:chgData name="Thomas, Paul" userId="19aa047e-baa3-4b10-95a7-cc6a4a1ac18f" providerId="ADAL" clId="{B48938FF-47FA-498E-A4BC-5F74D48983D3}" dt="2025-07-17T19:38:00.185" v="0" actId="47"/>
        <pc:sldMkLst>
          <pc:docMk/>
          <pc:sldMk cId="0" sldId="301"/>
        </pc:sldMkLst>
      </pc:sldChg>
      <pc:sldChg chg="del">
        <pc:chgData name="Thomas, Paul" userId="19aa047e-baa3-4b10-95a7-cc6a4a1ac18f" providerId="ADAL" clId="{B48938FF-47FA-498E-A4BC-5F74D48983D3}" dt="2025-07-17T19:38:00.185" v="0" actId="47"/>
        <pc:sldMkLst>
          <pc:docMk/>
          <pc:sldMk cId="0" sldId="305"/>
        </pc:sldMkLst>
      </pc:sldChg>
      <pc:sldChg chg="del">
        <pc:chgData name="Thomas, Paul" userId="19aa047e-baa3-4b10-95a7-cc6a4a1ac18f" providerId="ADAL" clId="{B48938FF-47FA-498E-A4BC-5F74D48983D3}" dt="2025-07-17T19:38:00.185" v="0" actId="47"/>
        <pc:sldMkLst>
          <pc:docMk/>
          <pc:sldMk cId="0" sldId="306"/>
        </pc:sldMkLst>
      </pc:sldChg>
      <pc:sldChg chg="add">
        <pc:chgData name="Thomas, Paul" userId="19aa047e-baa3-4b10-95a7-cc6a4a1ac18f" providerId="ADAL" clId="{B48938FF-47FA-498E-A4BC-5F74D48983D3}" dt="2025-07-17T23:58:56.158" v="1"/>
        <pc:sldMkLst>
          <pc:docMk/>
          <pc:sldMk cId="0" sldId="329"/>
        </pc:sldMkLst>
      </pc:sldChg>
      <pc:sldChg chg="add">
        <pc:chgData name="Thomas, Paul" userId="19aa047e-baa3-4b10-95a7-cc6a4a1ac18f" providerId="ADAL" clId="{B48938FF-47FA-498E-A4BC-5F74D48983D3}" dt="2025-07-17T23:58:56.158" v="1"/>
        <pc:sldMkLst>
          <pc:docMk/>
          <pc:sldMk cId="0" sldId="330"/>
        </pc:sldMkLst>
      </pc:sldChg>
      <pc:sldChg chg="add">
        <pc:chgData name="Thomas, Paul" userId="19aa047e-baa3-4b10-95a7-cc6a4a1ac18f" providerId="ADAL" clId="{B48938FF-47FA-498E-A4BC-5F74D48983D3}" dt="2025-07-17T23:58:56.158" v="1"/>
        <pc:sldMkLst>
          <pc:docMk/>
          <pc:sldMk cId="0" sldId="331"/>
        </pc:sldMkLst>
      </pc:sldChg>
      <pc:sldChg chg="add">
        <pc:chgData name="Thomas, Paul" userId="19aa047e-baa3-4b10-95a7-cc6a4a1ac18f" providerId="ADAL" clId="{B48938FF-47FA-498E-A4BC-5F74D48983D3}" dt="2025-07-17T23:58:56.158" v="1"/>
        <pc:sldMkLst>
          <pc:docMk/>
          <pc:sldMk cId="0" sldId="332"/>
        </pc:sldMkLst>
      </pc:sldChg>
      <pc:sldChg chg="add">
        <pc:chgData name="Thomas, Paul" userId="19aa047e-baa3-4b10-95a7-cc6a4a1ac18f" providerId="ADAL" clId="{B48938FF-47FA-498E-A4BC-5F74D48983D3}" dt="2025-07-17T23:58:56.158" v="1"/>
        <pc:sldMkLst>
          <pc:docMk/>
          <pc:sldMk cId="0" sldId="333"/>
        </pc:sldMkLst>
      </pc:sldChg>
      <pc:sldChg chg="add">
        <pc:chgData name="Thomas, Paul" userId="19aa047e-baa3-4b10-95a7-cc6a4a1ac18f" providerId="ADAL" clId="{B48938FF-47FA-498E-A4BC-5F74D48983D3}" dt="2025-07-17T23:58:56.158" v="1"/>
        <pc:sldMkLst>
          <pc:docMk/>
          <pc:sldMk cId="0" sldId="334"/>
        </pc:sldMkLst>
      </pc:sldChg>
      <pc:sldChg chg="modSp new mod">
        <pc:chgData name="Thomas, Paul" userId="19aa047e-baa3-4b10-95a7-cc6a4a1ac18f" providerId="ADAL" clId="{B48938FF-47FA-498E-A4BC-5F74D48983D3}" dt="2025-07-17T23:59:10.970" v="15" actId="20577"/>
        <pc:sldMkLst>
          <pc:docMk/>
          <pc:sldMk cId="3189610099" sldId="335"/>
        </pc:sldMkLst>
        <pc:spChg chg="mod">
          <ac:chgData name="Thomas, Paul" userId="19aa047e-baa3-4b10-95a7-cc6a4a1ac18f" providerId="ADAL" clId="{B48938FF-47FA-498E-A4BC-5F74D48983D3}" dt="2025-07-17T23:59:10.970" v="15" actId="20577"/>
          <ac:spMkLst>
            <pc:docMk/>
            <pc:sldMk cId="3189610099" sldId="335"/>
            <ac:spMk id="2" creationId="{20F7DFEC-28DA-9B76-EF4D-E5D3E958A279}"/>
          </ac:spMkLst>
        </pc:spChg>
      </pc:sldChg>
      <pc:sldChg chg="addSp delSp modSp new mod">
        <pc:chgData name="Thomas, Paul" userId="19aa047e-baa3-4b10-95a7-cc6a4a1ac18f" providerId="ADAL" clId="{B48938FF-47FA-498E-A4BC-5F74D48983D3}" dt="2025-07-18T00:39:19.384" v="243" actId="20577"/>
        <pc:sldMkLst>
          <pc:docMk/>
          <pc:sldMk cId="1450250195" sldId="336"/>
        </pc:sldMkLst>
        <pc:spChg chg="mod">
          <ac:chgData name="Thomas, Paul" userId="19aa047e-baa3-4b10-95a7-cc6a4a1ac18f" providerId="ADAL" clId="{B48938FF-47FA-498E-A4BC-5F74D48983D3}" dt="2025-07-18T00:35:30.007" v="38" actId="20577"/>
          <ac:spMkLst>
            <pc:docMk/>
            <pc:sldMk cId="1450250195" sldId="336"/>
            <ac:spMk id="2" creationId="{606159F8-BDF7-9321-95C4-D6A6C24B8B18}"/>
          </ac:spMkLst>
        </pc:spChg>
        <pc:spChg chg="del">
          <ac:chgData name="Thomas, Paul" userId="19aa047e-baa3-4b10-95a7-cc6a4a1ac18f" providerId="ADAL" clId="{B48938FF-47FA-498E-A4BC-5F74D48983D3}" dt="2025-07-18T00:35:18.847" v="17"/>
          <ac:spMkLst>
            <pc:docMk/>
            <pc:sldMk cId="1450250195" sldId="336"/>
            <ac:spMk id="3" creationId="{F5AD9861-1262-9451-03BC-CFFA2C3CD188}"/>
          </ac:spMkLst>
        </pc:spChg>
        <pc:spChg chg="add mod">
          <ac:chgData name="Thomas, Paul" userId="19aa047e-baa3-4b10-95a7-cc6a4a1ac18f" providerId="ADAL" clId="{B48938FF-47FA-498E-A4BC-5F74D48983D3}" dt="2025-07-18T00:39:19.384" v="243" actId="20577"/>
          <ac:spMkLst>
            <pc:docMk/>
            <pc:sldMk cId="1450250195" sldId="336"/>
            <ac:spMk id="11" creationId="{A26106C4-2616-E70C-F630-AB143AFADBC7}"/>
          </ac:spMkLst>
        </pc:spChg>
        <pc:picChg chg="add mod">
          <ac:chgData name="Thomas, Paul" userId="19aa047e-baa3-4b10-95a7-cc6a4a1ac18f" providerId="ADAL" clId="{B48938FF-47FA-498E-A4BC-5F74D48983D3}" dt="2025-07-18T00:35:24.534" v="21" actId="14100"/>
          <ac:picMkLst>
            <pc:docMk/>
            <pc:sldMk cId="1450250195" sldId="336"/>
            <ac:picMk id="6" creationId="{0C63E9E0-B635-22B8-7B39-7B1C9F2E4904}"/>
          </ac:picMkLst>
        </pc:picChg>
        <pc:picChg chg="add del">
          <ac:chgData name="Thomas, Paul" userId="19aa047e-baa3-4b10-95a7-cc6a4a1ac18f" providerId="ADAL" clId="{B48938FF-47FA-498E-A4BC-5F74D48983D3}" dt="2025-07-18T00:36:17.997" v="40" actId="21"/>
          <ac:picMkLst>
            <pc:docMk/>
            <pc:sldMk cId="1450250195" sldId="336"/>
            <ac:picMk id="8" creationId="{FA3C2698-EF76-391E-A75D-DD1D5E0098C5}"/>
          </ac:picMkLst>
        </pc:picChg>
        <pc:picChg chg="add del">
          <ac:chgData name="Thomas, Paul" userId="19aa047e-baa3-4b10-95a7-cc6a4a1ac18f" providerId="ADAL" clId="{B48938FF-47FA-498E-A4BC-5F74D48983D3}" dt="2025-07-18T00:37:36.230" v="44" actId="21"/>
          <ac:picMkLst>
            <pc:docMk/>
            <pc:sldMk cId="1450250195" sldId="336"/>
            <ac:picMk id="10" creationId="{2B214DC2-4ECE-A16F-D116-E24BB2F5D267}"/>
          </ac:picMkLst>
        </pc:picChg>
      </pc:sldChg>
      <pc:sldChg chg="addSp modSp new">
        <pc:chgData name="Thomas, Paul" userId="19aa047e-baa3-4b10-95a7-cc6a4a1ac18f" providerId="ADAL" clId="{B48938FF-47FA-498E-A4BC-5F74D48983D3}" dt="2025-07-18T00:36:22.607" v="42"/>
        <pc:sldMkLst>
          <pc:docMk/>
          <pc:sldMk cId="2725513044" sldId="337"/>
        </pc:sldMkLst>
        <pc:picChg chg="add mod">
          <ac:chgData name="Thomas, Paul" userId="19aa047e-baa3-4b10-95a7-cc6a4a1ac18f" providerId="ADAL" clId="{B48938FF-47FA-498E-A4BC-5F74D48983D3}" dt="2025-07-18T00:36:22.607" v="42"/>
          <ac:picMkLst>
            <pc:docMk/>
            <pc:sldMk cId="2725513044" sldId="337"/>
            <ac:picMk id="8" creationId="{FA3C2698-EF76-391E-A75D-DD1D5E0098C5}"/>
          </ac:picMkLst>
        </pc:picChg>
      </pc:sldChg>
      <pc:sldChg chg="addSp modSp new mod">
        <pc:chgData name="Thomas, Paul" userId="19aa047e-baa3-4b10-95a7-cc6a4a1ac18f" providerId="ADAL" clId="{B48938FF-47FA-498E-A4BC-5F74D48983D3}" dt="2025-07-18T00:45:00.621" v="248" actId="1076"/>
        <pc:sldMkLst>
          <pc:docMk/>
          <pc:sldMk cId="3698647612" sldId="338"/>
        </pc:sldMkLst>
        <pc:picChg chg="add mod">
          <ac:chgData name="Thomas, Paul" userId="19aa047e-baa3-4b10-95a7-cc6a4a1ac18f" providerId="ADAL" clId="{B48938FF-47FA-498E-A4BC-5F74D48983D3}" dt="2025-07-18T00:45:00.621" v="248" actId="1076"/>
          <ac:picMkLst>
            <pc:docMk/>
            <pc:sldMk cId="3698647612" sldId="338"/>
            <ac:picMk id="6" creationId="{D5AC20A3-7289-EF1D-8134-CBD4AFF75A37}"/>
          </ac:picMkLst>
        </pc:picChg>
        <pc:picChg chg="add mod">
          <ac:chgData name="Thomas, Paul" userId="19aa047e-baa3-4b10-95a7-cc6a4a1ac18f" providerId="ADAL" clId="{B48938FF-47FA-498E-A4BC-5F74D48983D3}" dt="2025-07-18T00:44:52.011" v="245" actId="1076"/>
          <ac:picMkLst>
            <pc:docMk/>
            <pc:sldMk cId="3698647612" sldId="338"/>
            <ac:picMk id="10" creationId="{2B214DC2-4ECE-A16F-D116-E24BB2F5D26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BDDB4AF-E4FC-4B4D-B958-DB421A07C25C}"/>
              </a:ext>
            </a:extLst>
          </p:cNvPr>
          <p:cNvSpPr>
            <a:spLocks noGrp="1"/>
          </p:cNvSpPr>
          <p:nvPr>
            <p:ph type="hdr" sz="quarter"/>
          </p:nvPr>
        </p:nvSpPr>
        <p:spPr>
          <a:xfrm>
            <a:off x="0" y="0"/>
            <a:ext cx="3170238" cy="479425"/>
          </a:xfrm>
          <a:prstGeom prst="rect">
            <a:avLst/>
          </a:prstGeom>
        </p:spPr>
        <p:txBody>
          <a:bodyPr vert="horz" lIns="96661" tIns="48331" rIns="96661" bIns="48331" rtlCol="0"/>
          <a:lstStyle>
            <a:lvl1pPr algn="l" eaLnBrk="1" hangingPunct="1">
              <a:defRPr sz="13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4D925D78-5D2D-49F7-B720-7C9AA069CDB4}"/>
              </a:ext>
            </a:extLst>
          </p:cNvPr>
          <p:cNvSpPr>
            <a:spLocks noGrp="1"/>
          </p:cNvSpPr>
          <p:nvPr>
            <p:ph type="dt" idx="1"/>
          </p:nvPr>
        </p:nvSpPr>
        <p:spPr>
          <a:xfrm>
            <a:off x="4143375" y="0"/>
            <a:ext cx="3170238" cy="479425"/>
          </a:xfrm>
          <a:prstGeom prst="rect">
            <a:avLst/>
          </a:prstGeom>
        </p:spPr>
        <p:txBody>
          <a:bodyPr vert="horz" lIns="96661" tIns="48331" rIns="96661" bIns="48331" rtlCol="0"/>
          <a:lstStyle>
            <a:lvl1pPr algn="r" eaLnBrk="1" hangingPunct="1">
              <a:defRPr sz="1300">
                <a:latin typeface="Arial" charset="0"/>
              </a:defRPr>
            </a:lvl1pPr>
          </a:lstStyle>
          <a:p>
            <a:pPr>
              <a:defRPr/>
            </a:pPr>
            <a:fld id="{B22BB103-2246-41C4-AC0F-3320F99EB125}" type="datetimeFigureOut">
              <a:rPr lang="en-US"/>
              <a:pPr>
                <a:defRPr/>
              </a:pPr>
              <a:t>7/17/2025</a:t>
            </a:fld>
            <a:endParaRPr lang="en-US"/>
          </a:p>
        </p:txBody>
      </p:sp>
      <p:sp>
        <p:nvSpPr>
          <p:cNvPr id="4" name="Slide Image Placeholder 3">
            <a:extLst>
              <a:ext uri="{FF2B5EF4-FFF2-40B4-BE49-F238E27FC236}">
                <a16:creationId xmlns:a16="http://schemas.microsoft.com/office/drawing/2014/main" id="{8688B91C-18F4-41D5-8E5E-E198D825458F}"/>
              </a:ext>
            </a:extLst>
          </p:cNvPr>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a:extLst>
              <a:ext uri="{FF2B5EF4-FFF2-40B4-BE49-F238E27FC236}">
                <a16:creationId xmlns:a16="http://schemas.microsoft.com/office/drawing/2014/main" id="{982A1AFA-AA71-4EFA-B020-6D2E4FE2EDDB}"/>
              </a:ext>
            </a:extLst>
          </p:cNvPr>
          <p:cNvSpPr>
            <a:spLocks noGrp="1"/>
          </p:cNvSpPr>
          <p:nvPr>
            <p:ph type="body" sz="quarter" idx="3"/>
          </p:nvPr>
        </p:nvSpPr>
        <p:spPr>
          <a:xfrm>
            <a:off x="731838" y="4560888"/>
            <a:ext cx="5851525" cy="4319587"/>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CD5E6F3-6B38-4ABE-9CB5-C4D6A31CD82D}"/>
              </a:ext>
            </a:extLst>
          </p:cNvPr>
          <p:cNvSpPr>
            <a:spLocks noGrp="1"/>
          </p:cNvSpPr>
          <p:nvPr>
            <p:ph type="ftr" sz="quarter" idx="4"/>
          </p:nvPr>
        </p:nvSpPr>
        <p:spPr>
          <a:xfrm>
            <a:off x="0" y="9120188"/>
            <a:ext cx="3170238" cy="479425"/>
          </a:xfrm>
          <a:prstGeom prst="rect">
            <a:avLst/>
          </a:prstGeom>
        </p:spPr>
        <p:txBody>
          <a:bodyPr vert="horz" lIns="96661" tIns="48331" rIns="96661" bIns="48331" rtlCol="0" anchor="b"/>
          <a:lstStyle>
            <a:lvl1pPr algn="l" eaLnBrk="1" hangingPunct="1">
              <a:defRPr sz="13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B8391621-4BE7-48D5-B18B-654215F085B8}"/>
              </a:ext>
            </a:extLst>
          </p:cNvPr>
          <p:cNvSpPr>
            <a:spLocks noGrp="1"/>
          </p:cNvSpPr>
          <p:nvPr>
            <p:ph type="sldNum" sz="quarter" idx="5"/>
          </p:nvPr>
        </p:nvSpPr>
        <p:spPr>
          <a:xfrm>
            <a:off x="4143375" y="9120188"/>
            <a:ext cx="3170238" cy="479425"/>
          </a:xfrm>
          <a:prstGeom prst="rect">
            <a:avLst/>
          </a:prstGeom>
        </p:spPr>
        <p:txBody>
          <a:bodyPr vert="horz" wrap="square" lIns="96661" tIns="48331" rIns="96661" bIns="48331" numCol="1" anchor="b" anchorCtr="0" compatLnSpc="1">
            <a:prstTxWarp prst="textNoShape">
              <a:avLst/>
            </a:prstTxWarp>
          </a:bodyPr>
          <a:lstStyle>
            <a:lvl1pPr algn="r" eaLnBrk="1" hangingPunct="1">
              <a:defRPr sz="1300"/>
            </a:lvl1pPr>
          </a:lstStyle>
          <a:p>
            <a:fld id="{D6AC56FF-24AB-4094-8C50-691501300F2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1A7647-15AC-463F-9FC5-E2E8507FBAFE}"/>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5447FAE3-4389-4A4D-A99B-A7793E4C5933}"/>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C9149274-5333-421F-B145-BA624B68FB02}"/>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3E3D122C-E153-4623-912F-D789AAAB8AFA}"/>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Straight Connector 9">
            <a:extLst>
              <a:ext uri="{FF2B5EF4-FFF2-40B4-BE49-F238E27FC236}">
                <a16:creationId xmlns:a16="http://schemas.microsoft.com/office/drawing/2014/main" id="{7A526F2E-F485-4DAF-A615-E124446E8B9B}"/>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1" name="Straight Connector 10">
            <a:extLst>
              <a:ext uri="{FF2B5EF4-FFF2-40B4-BE49-F238E27FC236}">
                <a16:creationId xmlns:a16="http://schemas.microsoft.com/office/drawing/2014/main" id="{F1D17F86-2A69-40E9-AEA1-F1F9E23937A0}"/>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2" name="Straight Connector 11">
            <a:extLst>
              <a:ext uri="{FF2B5EF4-FFF2-40B4-BE49-F238E27FC236}">
                <a16:creationId xmlns:a16="http://schemas.microsoft.com/office/drawing/2014/main" id="{D573FFA4-EAC4-4C0D-B2CB-B5D099953377}"/>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Straight Connector 12">
            <a:extLst>
              <a:ext uri="{FF2B5EF4-FFF2-40B4-BE49-F238E27FC236}">
                <a16:creationId xmlns:a16="http://schemas.microsoft.com/office/drawing/2014/main" id="{2B03F8EF-B827-4521-8B04-0769ABE3672A}"/>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4" name="Straight Connector 13">
            <a:extLst>
              <a:ext uri="{FF2B5EF4-FFF2-40B4-BE49-F238E27FC236}">
                <a16:creationId xmlns:a16="http://schemas.microsoft.com/office/drawing/2014/main" id="{0579C150-EE82-46E9-81B2-2AB290AA977F}"/>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5" name="Straight Connector 14">
            <a:extLst>
              <a:ext uri="{FF2B5EF4-FFF2-40B4-BE49-F238E27FC236}">
                <a16:creationId xmlns:a16="http://schemas.microsoft.com/office/drawing/2014/main" id="{31E8F3C7-7DD9-41EF-954F-99B0B198D4DB}"/>
              </a:ext>
            </a:extLst>
          </p:cNvPr>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6" name="Rectangle 15">
            <a:extLst>
              <a:ext uri="{FF2B5EF4-FFF2-40B4-BE49-F238E27FC236}">
                <a16:creationId xmlns:a16="http://schemas.microsoft.com/office/drawing/2014/main" id="{8982BAC8-8E96-436F-ADF5-0FAD81D070BF}"/>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7" name="Oval 16">
            <a:extLst>
              <a:ext uri="{FF2B5EF4-FFF2-40B4-BE49-F238E27FC236}">
                <a16:creationId xmlns:a16="http://schemas.microsoft.com/office/drawing/2014/main" id="{AE468610-E3C9-4950-A352-7AD994E94819}"/>
              </a:ext>
            </a:extLst>
          </p:cNvPr>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8" name="Oval 17">
            <a:extLst>
              <a:ext uri="{FF2B5EF4-FFF2-40B4-BE49-F238E27FC236}">
                <a16:creationId xmlns:a16="http://schemas.microsoft.com/office/drawing/2014/main" id="{AEA564BE-B655-4D0D-B1FC-504597B98353}"/>
              </a:ext>
            </a:extLst>
          </p:cNvPr>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9" name="Oval 18">
            <a:extLst>
              <a:ext uri="{FF2B5EF4-FFF2-40B4-BE49-F238E27FC236}">
                <a16:creationId xmlns:a16="http://schemas.microsoft.com/office/drawing/2014/main" id="{2B2C53B3-EBF0-4C89-8C16-89F37058F7C9}"/>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0" name="Oval 19">
            <a:extLst>
              <a:ext uri="{FF2B5EF4-FFF2-40B4-BE49-F238E27FC236}">
                <a16:creationId xmlns:a16="http://schemas.microsoft.com/office/drawing/2014/main" id="{994DFA2A-3D38-4013-B732-A0517D67064A}"/>
              </a:ext>
            </a:extLst>
          </p:cNvPr>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1" name="Oval 20">
            <a:extLst>
              <a:ext uri="{FF2B5EF4-FFF2-40B4-BE49-F238E27FC236}">
                <a16:creationId xmlns:a16="http://schemas.microsoft.com/office/drawing/2014/main" id="{275FF04B-17E2-441B-8770-314EB87D7034}"/>
              </a:ext>
            </a:extLst>
          </p:cNvPr>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8" name="Title 7"/>
          <p:cNvSpPr>
            <a:spLocks noGrp="1"/>
          </p:cNvSpPr>
          <p:nvPr>
            <p:ph type="ctrTitle"/>
          </p:nvPr>
        </p:nvSpPr>
        <p:spPr>
          <a:xfrm>
            <a:off x="2286000" y="3124200"/>
            <a:ext cx="6172200" cy="1894362"/>
          </a:xfrm>
        </p:spPr>
        <p:txBody>
          <a:bodyPr/>
          <a:lstStyle>
            <a:lvl1pPr>
              <a:defRPr b="1"/>
            </a:lvl1pPr>
          </a:lstStyle>
          <a:p>
            <a:r>
              <a:rPr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2" name="Date Placeholder 27">
            <a:extLst>
              <a:ext uri="{FF2B5EF4-FFF2-40B4-BE49-F238E27FC236}">
                <a16:creationId xmlns:a16="http://schemas.microsoft.com/office/drawing/2014/main" id="{3CCE45CD-8D32-4590-8CBA-2543B597C944}"/>
              </a:ext>
            </a:extLst>
          </p:cNvPr>
          <p:cNvSpPr>
            <a:spLocks noGrp="1"/>
          </p:cNvSpPr>
          <p:nvPr>
            <p:ph type="dt" sz="half" idx="10"/>
          </p:nvPr>
        </p:nvSpPr>
        <p:spPr bwMode="auto">
          <a:xfrm rot="5400000">
            <a:off x="7764463" y="1174750"/>
            <a:ext cx="2286000" cy="381000"/>
          </a:xfrm>
        </p:spPr>
        <p:txBody>
          <a:bodyPr/>
          <a:lstStyle>
            <a:lvl1pPr>
              <a:defRPr/>
            </a:lvl1pPr>
          </a:lstStyle>
          <a:p>
            <a:pPr>
              <a:defRPr/>
            </a:pPr>
            <a:endParaRPr lang="en-US"/>
          </a:p>
        </p:txBody>
      </p:sp>
      <p:sp>
        <p:nvSpPr>
          <p:cNvPr id="23" name="Footer Placeholder 16">
            <a:extLst>
              <a:ext uri="{FF2B5EF4-FFF2-40B4-BE49-F238E27FC236}">
                <a16:creationId xmlns:a16="http://schemas.microsoft.com/office/drawing/2014/main" id="{C6B80093-40A6-4D2E-AE56-116421CFD7EB}"/>
              </a:ext>
            </a:extLst>
          </p:cNvPr>
          <p:cNvSpPr>
            <a:spLocks noGrp="1"/>
          </p:cNvSpPr>
          <p:nvPr>
            <p:ph type="ftr" sz="quarter" idx="11"/>
          </p:nvPr>
        </p:nvSpPr>
        <p:spPr bwMode="auto">
          <a:xfrm rot="5400000">
            <a:off x="7077076" y="4181475"/>
            <a:ext cx="3657600" cy="384175"/>
          </a:xfrm>
        </p:spPr>
        <p:txBody>
          <a:bodyPr/>
          <a:lstStyle>
            <a:lvl1pPr>
              <a:defRPr/>
            </a:lvl1pPr>
          </a:lstStyle>
          <a:p>
            <a:pPr>
              <a:defRPr/>
            </a:pPr>
            <a:endParaRPr lang="en-US"/>
          </a:p>
        </p:txBody>
      </p:sp>
      <p:sp>
        <p:nvSpPr>
          <p:cNvPr id="24" name="Slide Number Placeholder 28">
            <a:extLst>
              <a:ext uri="{FF2B5EF4-FFF2-40B4-BE49-F238E27FC236}">
                <a16:creationId xmlns:a16="http://schemas.microsoft.com/office/drawing/2014/main" id="{71BCAA2F-A8A1-48B2-9E11-3E5035782031}"/>
              </a:ext>
            </a:extLst>
          </p:cNvPr>
          <p:cNvSpPr>
            <a:spLocks noGrp="1"/>
          </p:cNvSpPr>
          <p:nvPr>
            <p:ph type="sldNum" sz="quarter" idx="12"/>
          </p:nvPr>
        </p:nvSpPr>
        <p:spPr bwMode="auto">
          <a:xfrm>
            <a:off x="1325563" y="4929188"/>
            <a:ext cx="609600" cy="517525"/>
          </a:xfrm>
        </p:spPr>
        <p:txBody>
          <a:bodyPr/>
          <a:lstStyle>
            <a:lvl1pPr>
              <a:defRPr/>
            </a:lvl1pPr>
          </a:lstStyle>
          <a:p>
            <a:fld id="{217FF481-9B4F-4DE1-8AFF-14AEB142F55E}" type="slidenum">
              <a:rPr lang="en-US" altLang="en-US"/>
              <a:pPr/>
              <a:t>‹#›</a:t>
            </a:fld>
            <a:endParaRPr lang="en-US" altLang="en-US"/>
          </a:p>
        </p:txBody>
      </p:sp>
    </p:spTree>
    <p:extLst>
      <p:ext uri="{BB962C8B-B14F-4D97-AF65-F5344CB8AC3E}">
        <p14:creationId xmlns:p14="http://schemas.microsoft.com/office/powerpoint/2010/main" val="4235459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a:extLst>
              <a:ext uri="{FF2B5EF4-FFF2-40B4-BE49-F238E27FC236}">
                <a16:creationId xmlns:a16="http://schemas.microsoft.com/office/drawing/2014/main" id="{3F7D7B02-D674-423B-8CE6-3796A652F6D2}"/>
              </a:ext>
            </a:extLst>
          </p:cNvPr>
          <p:cNvSpPr>
            <a:spLocks noGrp="1"/>
          </p:cNvSpPr>
          <p:nvPr>
            <p:ph type="dt" sz="half" idx="10"/>
          </p:nvPr>
        </p:nvSpPr>
        <p:spPr/>
        <p:txBody>
          <a:bodyPr rtlCol="0"/>
          <a:lstStyle>
            <a:lvl1pPr>
              <a:defRPr/>
            </a:lvl1pPr>
          </a:lstStyle>
          <a:p>
            <a:pPr>
              <a:defRPr/>
            </a:pPr>
            <a:endParaRPr lang="en-US"/>
          </a:p>
        </p:txBody>
      </p:sp>
      <p:sp>
        <p:nvSpPr>
          <p:cNvPr id="5" name="Slide Number Placeholder 8">
            <a:extLst>
              <a:ext uri="{FF2B5EF4-FFF2-40B4-BE49-F238E27FC236}">
                <a16:creationId xmlns:a16="http://schemas.microsoft.com/office/drawing/2014/main" id="{C36BF031-2326-4878-BACC-9482BED02EC0}"/>
              </a:ext>
            </a:extLst>
          </p:cNvPr>
          <p:cNvSpPr>
            <a:spLocks noGrp="1"/>
          </p:cNvSpPr>
          <p:nvPr>
            <p:ph type="sldNum" sz="quarter" idx="11"/>
          </p:nvPr>
        </p:nvSpPr>
        <p:spPr/>
        <p:txBody>
          <a:bodyPr/>
          <a:lstStyle>
            <a:lvl1pPr>
              <a:defRPr/>
            </a:lvl1pPr>
          </a:lstStyle>
          <a:p>
            <a:fld id="{194488F1-49A5-4E7A-B960-DD4C9B2073BA}" type="slidenum">
              <a:rPr lang="en-US" altLang="en-US"/>
              <a:pPr/>
              <a:t>‹#›</a:t>
            </a:fld>
            <a:endParaRPr lang="en-US" altLang="en-US"/>
          </a:p>
        </p:txBody>
      </p:sp>
      <p:sp>
        <p:nvSpPr>
          <p:cNvPr id="6" name="Footer Placeholder 9">
            <a:extLst>
              <a:ext uri="{FF2B5EF4-FFF2-40B4-BE49-F238E27FC236}">
                <a16:creationId xmlns:a16="http://schemas.microsoft.com/office/drawing/2014/main" id="{F6DAD5FC-08BB-4151-AE6F-CCAE0F1C7027}"/>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2657470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8750832-E44A-462B-BB0B-472AB341E567}"/>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36D13BBC-2EE3-4D63-A71E-A844B92AF082}"/>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87B81AD0-FAD7-4820-8502-321C65B69D47}"/>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B90E909A-DEB1-4A20-B89C-95BF46745DC5}"/>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Straight Connector 7">
            <a:extLst>
              <a:ext uri="{FF2B5EF4-FFF2-40B4-BE49-F238E27FC236}">
                <a16:creationId xmlns:a16="http://schemas.microsoft.com/office/drawing/2014/main" id="{033E71AF-B7EC-4B1B-B865-AB64679C05F9}"/>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9" name="Straight Connector 8">
            <a:extLst>
              <a:ext uri="{FF2B5EF4-FFF2-40B4-BE49-F238E27FC236}">
                <a16:creationId xmlns:a16="http://schemas.microsoft.com/office/drawing/2014/main" id="{94EE8BDC-2371-4FC5-AF69-A41A8E5FC810}"/>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0" name="Straight Connector 9">
            <a:extLst>
              <a:ext uri="{FF2B5EF4-FFF2-40B4-BE49-F238E27FC236}">
                <a16:creationId xmlns:a16="http://schemas.microsoft.com/office/drawing/2014/main" id="{F378F637-5BC2-432E-A656-DB29C7F3B731}"/>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1" name="Straight Connector 10">
            <a:extLst>
              <a:ext uri="{FF2B5EF4-FFF2-40B4-BE49-F238E27FC236}">
                <a16:creationId xmlns:a16="http://schemas.microsoft.com/office/drawing/2014/main" id="{D61C2C54-01C6-4176-BA9A-0B25DA3DD7B1}"/>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2" name="Straight Connector 11">
            <a:extLst>
              <a:ext uri="{FF2B5EF4-FFF2-40B4-BE49-F238E27FC236}">
                <a16:creationId xmlns:a16="http://schemas.microsoft.com/office/drawing/2014/main" id="{8F16E231-EB04-40D5-BC6D-0B3E17655CCC}"/>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3" name="Rectangle 12">
            <a:extLst>
              <a:ext uri="{FF2B5EF4-FFF2-40B4-BE49-F238E27FC236}">
                <a16:creationId xmlns:a16="http://schemas.microsoft.com/office/drawing/2014/main" id="{23A564D5-398D-446A-A784-70516D6D08E9}"/>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4" name="Oval 13">
            <a:extLst>
              <a:ext uri="{FF2B5EF4-FFF2-40B4-BE49-F238E27FC236}">
                <a16:creationId xmlns:a16="http://schemas.microsoft.com/office/drawing/2014/main" id="{9723DDCD-95A6-46CB-A735-9A5D84762217}"/>
              </a:ext>
            </a:extLst>
          </p:cNvPr>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5" name="Oval 14">
            <a:extLst>
              <a:ext uri="{FF2B5EF4-FFF2-40B4-BE49-F238E27FC236}">
                <a16:creationId xmlns:a16="http://schemas.microsoft.com/office/drawing/2014/main" id="{94039B7C-16EC-42F8-80B9-872786D5D07F}"/>
              </a:ext>
            </a:extLst>
          </p:cNvPr>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6" name="Oval 15">
            <a:extLst>
              <a:ext uri="{FF2B5EF4-FFF2-40B4-BE49-F238E27FC236}">
                <a16:creationId xmlns:a16="http://schemas.microsoft.com/office/drawing/2014/main" id="{F5B56371-916E-40E6-B568-EEE342168D77}"/>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7" name="Oval 16">
            <a:extLst>
              <a:ext uri="{FF2B5EF4-FFF2-40B4-BE49-F238E27FC236}">
                <a16:creationId xmlns:a16="http://schemas.microsoft.com/office/drawing/2014/main" id="{2FD9515C-0065-441E-912D-BB6FAF6899F6}"/>
              </a:ext>
            </a:extLst>
          </p:cNvPr>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8" name="Oval 17">
            <a:extLst>
              <a:ext uri="{FF2B5EF4-FFF2-40B4-BE49-F238E27FC236}">
                <a16:creationId xmlns:a16="http://schemas.microsoft.com/office/drawing/2014/main" id="{3168C3DD-F520-4519-9DC7-BB3ED5F25067}"/>
              </a:ext>
            </a:extLst>
          </p:cNvPr>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19" name="Straight Connector 18">
            <a:extLst>
              <a:ext uri="{FF2B5EF4-FFF2-40B4-BE49-F238E27FC236}">
                <a16:creationId xmlns:a16="http://schemas.microsoft.com/office/drawing/2014/main" id="{3741A6E8-3AB6-4BC1-B59C-0F92C93A6EE8}"/>
              </a:ext>
            </a:extLst>
          </p:cNvPr>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lang="en-US"/>
              <a:t>Click to edit Master title style</a:t>
            </a:r>
          </a:p>
        </p:txBody>
      </p:sp>
      <p:sp>
        <p:nvSpPr>
          <p:cNvPr id="3"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0" name="Date Placeholder 3">
            <a:extLst>
              <a:ext uri="{FF2B5EF4-FFF2-40B4-BE49-F238E27FC236}">
                <a16:creationId xmlns:a16="http://schemas.microsoft.com/office/drawing/2014/main" id="{1CE4736F-198F-4430-A76C-F1ECD448590C}"/>
              </a:ext>
            </a:extLst>
          </p:cNvPr>
          <p:cNvSpPr>
            <a:spLocks noGrp="1"/>
          </p:cNvSpPr>
          <p:nvPr>
            <p:ph type="dt" sz="half" idx="10"/>
          </p:nvPr>
        </p:nvSpPr>
        <p:spPr bwMode="auto">
          <a:xfrm rot="5400000">
            <a:off x="7762875" y="1169988"/>
            <a:ext cx="2286000" cy="381000"/>
          </a:xfrm>
        </p:spPr>
        <p:txBody>
          <a:bodyPr/>
          <a:lstStyle>
            <a:lvl1pPr>
              <a:defRPr/>
            </a:lvl1pPr>
          </a:lstStyle>
          <a:p>
            <a:pPr>
              <a:defRPr/>
            </a:pPr>
            <a:endParaRPr lang="en-US"/>
          </a:p>
        </p:txBody>
      </p:sp>
      <p:sp>
        <p:nvSpPr>
          <p:cNvPr id="21" name="Footer Placeholder 4">
            <a:extLst>
              <a:ext uri="{FF2B5EF4-FFF2-40B4-BE49-F238E27FC236}">
                <a16:creationId xmlns:a16="http://schemas.microsoft.com/office/drawing/2014/main" id="{A61E9A33-C20D-44F8-B2FC-6E8D1FAEF02E}"/>
              </a:ext>
            </a:extLst>
          </p:cNvPr>
          <p:cNvSpPr>
            <a:spLocks noGrp="1"/>
          </p:cNvSpPr>
          <p:nvPr>
            <p:ph type="ftr" sz="quarter" idx="11"/>
          </p:nvPr>
        </p:nvSpPr>
        <p:spPr bwMode="auto">
          <a:xfrm rot="5400000">
            <a:off x="7077076" y="4178300"/>
            <a:ext cx="3657600" cy="384175"/>
          </a:xfrm>
        </p:spPr>
        <p:txBody>
          <a:bodyPr/>
          <a:lstStyle>
            <a:lvl1pPr>
              <a:defRPr/>
            </a:lvl1pPr>
          </a:lstStyle>
          <a:p>
            <a:pPr>
              <a:defRPr/>
            </a:pPr>
            <a:endParaRPr lang="en-US"/>
          </a:p>
        </p:txBody>
      </p:sp>
      <p:sp>
        <p:nvSpPr>
          <p:cNvPr id="22" name="Slide Number Placeholder 5">
            <a:extLst>
              <a:ext uri="{FF2B5EF4-FFF2-40B4-BE49-F238E27FC236}">
                <a16:creationId xmlns:a16="http://schemas.microsoft.com/office/drawing/2014/main" id="{990216B1-49C2-4C8C-9CDB-8D1884EE8C49}"/>
              </a:ext>
            </a:extLst>
          </p:cNvPr>
          <p:cNvSpPr>
            <a:spLocks noGrp="1"/>
          </p:cNvSpPr>
          <p:nvPr>
            <p:ph type="sldNum" sz="quarter" idx="12"/>
          </p:nvPr>
        </p:nvSpPr>
        <p:spPr bwMode="auto">
          <a:xfrm>
            <a:off x="1339850" y="4929188"/>
            <a:ext cx="609600" cy="517525"/>
          </a:xfrm>
        </p:spPr>
        <p:txBody>
          <a:bodyPr/>
          <a:lstStyle>
            <a:lvl1pPr>
              <a:defRPr/>
            </a:lvl1pPr>
          </a:lstStyle>
          <a:p>
            <a:fld id="{6BA7F625-040A-4342-ABB5-A9452B5BC98E}" type="slidenum">
              <a:rPr lang="en-US" altLang="en-US"/>
              <a:pPr/>
              <a:t>‹#›</a:t>
            </a:fld>
            <a:endParaRPr lang="en-US" altLang="en-US"/>
          </a:p>
        </p:txBody>
      </p:sp>
    </p:spTree>
    <p:extLst>
      <p:ext uri="{BB962C8B-B14F-4D97-AF65-F5344CB8AC3E}">
        <p14:creationId xmlns:p14="http://schemas.microsoft.com/office/powerpoint/2010/main" val="98545314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457200"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270248"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E01AE923-5E90-4299-886E-B9F1B6319745}"/>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1E36CF5B-0CF4-4F75-829A-F97FE02642C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7D3A1B31-4935-44D5-955E-A063ED5D7539}"/>
              </a:ext>
            </a:extLst>
          </p:cNvPr>
          <p:cNvSpPr>
            <a:spLocks noGrp="1"/>
          </p:cNvSpPr>
          <p:nvPr>
            <p:ph type="sldNum" sz="quarter" idx="12"/>
          </p:nvPr>
        </p:nvSpPr>
        <p:spPr/>
        <p:txBody>
          <a:bodyPr/>
          <a:lstStyle>
            <a:lvl1pPr>
              <a:defRPr/>
            </a:lvl1pPr>
          </a:lstStyle>
          <a:p>
            <a:fld id="{AC83204E-A8A6-4D2E-BFA1-FFC2AD53EB25}" type="slidenum">
              <a:rPr lang="en-US" altLang="en-US"/>
              <a:pPr/>
              <a:t>‹#›</a:t>
            </a:fld>
            <a:endParaRPr lang="en-US" altLang="en-US"/>
          </a:p>
        </p:txBody>
      </p:sp>
    </p:spTree>
    <p:extLst>
      <p:ext uri="{BB962C8B-B14F-4D97-AF65-F5344CB8AC3E}">
        <p14:creationId xmlns:p14="http://schemas.microsoft.com/office/powerpoint/2010/main" val="2802246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457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37197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7" name="Date Placeholder 13">
            <a:extLst>
              <a:ext uri="{FF2B5EF4-FFF2-40B4-BE49-F238E27FC236}">
                <a16:creationId xmlns:a16="http://schemas.microsoft.com/office/drawing/2014/main" id="{0F0EF7B5-30DC-4136-9488-4F047B9415C0}"/>
              </a:ext>
            </a:extLst>
          </p:cNvPr>
          <p:cNvSpPr>
            <a:spLocks noGrp="1"/>
          </p:cNvSpPr>
          <p:nvPr>
            <p:ph type="dt" sz="half" idx="10"/>
          </p:nvPr>
        </p:nvSpPr>
        <p:spPr/>
        <p:txBody>
          <a:bodyPr/>
          <a:lstStyle>
            <a:lvl1pPr>
              <a:defRPr/>
            </a:lvl1pPr>
          </a:lstStyle>
          <a:p>
            <a:pPr>
              <a:defRPr/>
            </a:pPr>
            <a:endParaRPr lang="en-US"/>
          </a:p>
        </p:txBody>
      </p:sp>
      <p:sp>
        <p:nvSpPr>
          <p:cNvPr id="8" name="Footer Placeholder 2">
            <a:extLst>
              <a:ext uri="{FF2B5EF4-FFF2-40B4-BE49-F238E27FC236}">
                <a16:creationId xmlns:a16="http://schemas.microsoft.com/office/drawing/2014/main" id="{9EB636E7-AC82-448B-AC1B-A890E3609714}"/>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22">
            <a:extLst>
              <a:ext uri="{FF2B5EF4-FFF2-40B4-BE49-F238E27FC236}">
                <a16:creationId xmlns:a16="http://schemas.microsoft.com/office/drawing/2014/main" id="{54233B7E-DCF7-4B06-B397-4EE8AF76A9E0}"/>
              </a:ext>
            </a:extLst>
          </p:cNvPr>
          <p:cNvSpPr>
            <a:spLocks noGrp="1"/>
          </p:cNvSpPr>
          <p:nvPr>
            <p:ph type="sldNum" sz="quarter" idx="12"/>
          </p:nvPr>
        </p:nvSpPr>
        <p:spPr/>
        <p:txBody>
          <a:bodyPr/>
          <a:lstStyle>
            <a:lvl1pPr>
              <a:defRPr/>
            </a:lvl1pPr>
          </a:lstStyle>
          <a:p>
            <a:fld id="{4E4BE001-2C94-4E17-975E-81D6221DC29A}" type="slidenum">
              <a:rPr lang="en-US" altLang="en-US"/>
              <a:pPr/>
              <a:t>‹#›</a:t>
            </a:fld>
            <a:endParaRPr lang="en-US" altLang="en-US"/>
          </a:p>
        </p:txBody>
      </p:sp>
    </p:spTree>
    <p:extLst>
      <p:ext uri="{BB962C8B-B14F-4D97-AF65-F5344CB8AC3E}">
        <p14:creationId xmlns:p14="http://schemas.microsoft.com/office/powerpoint/2010/main" val="66393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5">
            <a:extLst>
              <a:ext uri="{FF2B5EF4-FFF2-40B4-BE49-F238E27FC236}">
                <a16:creationId xmlns:a16="http://schemas.microsoft.com/office/drawing/2014/main" id="{9678AF3C-CC72-4B73-B3B2-0FB13F89E63C}"/>
              </a:ext>
            </a:extLst>
          </p:cNvPr>
          <p:cNvSpPr>
            <a:spLocks noGrp="1"/>
          </p:cNvSpPr>
          <p:nvPr>
            <p:ph type="dt" sz="half" idx="10"/>
          </p:nvPr>
        </p:nvSpPr>
        <p:spPr/>
        <p:txBody>
          <a:bodyPr rtlCol="0"/>
          <a:lstStyle>
            <a:lvl1pPr>
              <a:defRPr/>
            </a:lvl1pPr>
          </a:lstStyle>
          <a:p>
            <a:pPr>
              <a:defRPr/>
            </a:pPr>
            <a:endParaRPr lang="en-US"/>
          </a:p>
        </p:txBody>
      </p:sp>
      <p:sp>
        <p:nvSpPr>
          <p:cNvPr id="4" name="Slide Number Placeholder 6">
            <a:extLst>
              <a:ext uri="{FF2B5EF4-FFF2-40B4-BE49-F238E27FC236}">
                <a16:creationId xmlns:a16="http://schemas.microsoft.com/office/drawing/2014/main" id="{3F057FDC-16AF-434E-A4FE-1FAC77ED989B}"/>
              </a:ext>
            </a:extLst>
          </p:cNvPr>
          <p:cNvSpPr>
            <a:spLocks noGrp="1"/>
          </p:cNvSpPr>
          <p:nvPr>
            <p:ph type="sldNum" sz="quarter" idx="11"/>
          </p:nvPr>
        </p:nvSpPr>
        <p:spPr/>
        <p:txBody>
          <a:bodyPr/>
          <a:lstStyle>
            <a:lvl1pPr>
              <a:defRPr/>
            </a:lvl1pPr>
          </a:lstStyle>
          <a:p>
            <a:fld id="{A0645A0A-4F2F-492E-AF96-D48E4CA5E5AE}" type="slidenum">
              <a:rPr lang="en-US" altLang="en-US"/>
              <a:pPr/>
              <a:t>‹#›</a:t>
            </a:fld>
            <a:endParaRPr lang="en-US" altLang="en-US"/>
          </a:p>
        </p:txBody>
      </p:sp>
      <p:sp>
        <p:nvSpPr>
          <p:cNvPr id="5" name="Footer Placeholder 7">
            <a:extLst>
              <a:ext uri="{FF2B5EF4-FFF2-40B4-BE49-F238E27FC236}">
                <a16:creationId xmlns:a16="http://schemas.microsoft.com/office/drawing/2014/main" id="{36CA4196-327E-4FA5-809B-E042749FC9EB}"/>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4280940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3E639CFD-AEA3-4DAB-8FA3-8A954C845742}"/>
              </a:ext>
            </a:extLst>
          </p:cNvPr>
          <p:cNvSpPr>
            <a:spLocks noGrp="1"/>
          </p:cNvSpPr>
          <p:nvPr>
            <p:ph type="dt" sz="half" idx="10"/>
          </p:nvPr>
        </p:nvSpPr>
        <p:spPr/>
        <p:txBody>
          <a:bodyPr/>
          <a:lstStyle>
            <a:lvl1pPr>
              <a:defRPr/>
            </a:lvl1pPr>
          </a:lstStyle>
          <a:p>
            <a:pPr>
              <a:defRPr/>
            </a:pPr>
            <a:endParaRPr lang="en-US"/>
          </a:p>
        </p:txBody>
      </p:sp>
      <p:sp>
        <p:nvSpPr>
          <p:cNvPr id="3" name="Footer Placeholder 2">
            <a:extLst>
              <a:ext uri="{FF2B5EF4-FFF2-40B4-BE49-F238E27FC236}">
                <a16:creationId xmlns:a16="http://schemas.microsoft.com/office/drawing/2014/main" id="{7EDB1615-6DAC-4F46-92F2-09D16A2082E4}"/>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DF33A2F7-CA2E-47FB-8462-3D20AC89D496}"/>
              </a:ext>
            </a:extLst>
          </p:cNvPr>
          <p:cNvSpPr>
            <a:spLocks noGrp="1"/>
          </p:cNvSpPr>
          <p:nvPr>
            <p:ph type="sldNum" sz="quarter" idx="12"/>
          </p:nvPr>
        </p:nvSpPr>
        <p:spPr/>
        <p:txBody>
          <a:bodyPr/>
          <a:lstStyle>
            <a:lvl1pPr>
              <a:defRPr/>
            </a:lvl1pPr>
          </a:lstStyle>
          <a:p>
            <a:fld id="{E8BD5C75-1AF6-4230-9A7A-4CF39E088A8F}" type="slidenum">
              <a:rPr lang="en-US" altLang="en-US"/>
              <a:pPr/>
              <a:t>‹#›</a:t>
            </a:fld>
            <a:endParaRPr lang="en-US" altLang="en-US"/>
          </a:p>
        </p:txBody>
      </p:sp>
    </p:spTree>
    <p:extLst>
      <p:ext uri="{BB962C8B-B14F-4D97-AF65-F5344CB8AC3E}">
        <p14:creationId xmlns:p14="http://schemas.microsoft.com/office/powerpoint/2010/main" val="2473731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84068BF9-8ACA-4E00-AE5C-39C43F6BB4C9}"/>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dirty="0">
              <a:latin typeface="Arial" charset="0"/>
            </a:endParaRPr>
          </a:p>
        </p:txBody>
      </p:sp>
      <p:sp>
        <p:nvSpPr>
          <p:cNvPr id="6" name="Straight Connector 5">
            <a:extLst>
              <a:ext uri="{FF2B5EF4-FFF2-40B4-BE49-F238E27FC236}">
                <a16:creationId xmlns:a16="http://schemas.microsoft.com/office/drawing/2014/main" id="{F05D1DC2-E395-4FB6-91F3-A59A3C1CCFE1}"/>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dirty="0">
              <a:latin typeface="Arial" charset="0"/>
            </a:endParaRPr>
          </a:p>
        </p:txBody>
      </p:sp>
      <p:sp>
        <p:nvSpPr>
          <p:cNvPr id="7" name="Straight Connector 16">
            <a:extLst>
              <a:ext uri="{FF2B5EF4-FFF2-40B4-BE49-F238E27FC236}">
                <a16:creationId xmlns:a16="http://schemas.microsoft.com/office/drawing/2014/main" id="{752BE45D-183B-49A3-9625-0377C85C091B}"/>
              </a:ext>
            </a:extLst>
          </p:cNvPr>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 name="Straight Connector 17">
            <a:extLst>
              <a:ext uri="{FF2B5EF4-FFF2-40B4-BE49-F238E27FC236}">
                <a16:creationId xmlns:a16="http://schemas.microsoft.com/office/drawing/2014/main" id="{98AD0C05-7B59-4831-AE3D-3E50ECC1FDCA}"/>
              </a:ext>
            </a:extLst>
          </p:cNvPr>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9" name="Rectangle 8">
            <a:extLst>
              <a:ext uri="{FF2B5EF4-FFF2-40B4-BE49-F238E27FC236}">
                <a16:creationId xmlns:a16="http://schemas.microsoft.com/office/drawing/2014/main" id="{8AE2232B-BB52-47C9-970B-99E441F4C56C}"/>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Straight Connector 19">
            <a:extLst>
              <a:ext uri="{FF2B5EF4-FFF2-40B4-BE49-F238E27FC236}">
                <a16:creationId xmlns:a16="http://schemas.microsoft.com/office/drawing/2014/main" id="{6D4FEFD7-60AB-40AB-AF9B-310AD835DD94}"/>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1" name="Oval 10">
            <a:extLst>
              <a:ext uri="{FF2B5EF4-FFF2-40B4-BE49-F238E27FC236}">
                <a16:creationId xmlns:a16="http://schemas.microsoft.com/office/drawing/2014/main" id="{5138FAE2-D186-48DF-B67A-782722730868}"/>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8" name="Content Placeholder 17"/>
          <p:cNvSpPr>
            <a:spLocks noGrp="1"/>
          </p:cNvSpPr>
          <p:nvPr>
            <p:ph sz="quarter" idx="1"/>
          </p:nvPr>
        </p:nvSpPr>
        <p:spPr>
          <a:xfrm>
            <a:off x="304800" y="274320"/>
            <a:ext cx="5638800" cy="6327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20">
            <a:extLst>
              <a:ext uri="{FF2B5EF4-FFF2-40B4-BE49-F238E27FC236}">
                <a16:creationId xmlns:a16="http://schemas.microsoft.com/office/drawing/2014/main" id="{54F69995-2855-448E-A161-A60C53D4A954}"/>
              </a:ext>
            </a:extLst>
          </p:cNvPr>
          <p:cNvSpPr>
            <a:spLocks noGrp="1"/>
          </p:cNvSpPr>
          <p:nvPr>
            <p:ph type="dt" sz="half" idx="10"/>
          </p:nvPr>
        </p:nvSpPr>
        <p:spPr/>
        <p:txBody>
          <a:bodyPr rtlCol="0"/>
          <a:lstStyle>
            <a:lvl1pPr>
              <a:defRPr/>
            </a:lvl1pPr>
          </a:lstStyle>
          <a:p>
            <a:pPr>
              <a:defRPr/>
            </a:pPr>
            <a:endParaRPr lang="en-US"/>
          </a:p>
        </p:txBody>
      </p:sp>
      <p:sp>
        <p:nvSpPr>
          <p:cNvPr id="13" name="Slide Number Placeholder 21">
            <a:extLst>
              <a:ext uri="{FF2B5EF4-FFF2-40B4-BE49-F238E27FC236}">
                <a16:creationId xmlns:a16="http://schemas.microsoft.com/office/drawing/2014/main" id="{BE52EF64-A329-4CA6-9540-EF5DC92728E1}"/>
              </a:ext>
            </a:extLst>
          </p:cNvPr>
          <p:cNvSpPr>
            <a:spLocks noGrp="1"/>
          </p:cNvSpPr>
          <p:nvPr>
            <p:ph type="sldNum" sz="quarter" idx="11"/>
          </p:nvPr>
        </p:nvSpPr>
        <p:spPr/>
        <p:txBody>
          <a:bodyPr/>
          <a:lstStyle>
            <a:lvl1pPr>
              <a:defRPr/>
            </a:lvl1pPr>
          </a:lstStyle>
          <a:p>
            <a:fld id="{4FE6B91C-1312-477D-9B36-4024EFC4499B}" type="slidenum">
              <a:rPr lang="en-US" altLang="en-US"/>
              <a:pPr/>
              <a:t>‹#›</a:t>
            </a:fld>
            <a:endParaRPr lang="en-US" altLang="en-US"/>
          </a:p>
        </p:txBody>
      </p:sp>
      <p:sp>
        <p:nvSpPr>
          <p:cNvPr id="14" name="Footer Placeholder 22">
            <a:extLst>
              <a:ext uri="{FF2B5EF4-FFF2-40B4-BE49-F238E27FC236}">
                <a16:creationId xmlns:a16="http://schemas.microsoft.com/office/drawing/2014/main" id="{0D422D1C-4209-448C-A4C7-1339577C76C7}"/>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436773947"/>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D39BC00A-16C7-434E-908D-70FEC266DF37}"/>
              </a:ext>
            </a:extLst>
          </p:cNvPr>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6" name="Oval 5">
            <a:extLst>
              <a:ext uri="{FF2B5EF4-FFF2-40B4-BE49-F238E27FC236}">
                <a16:creationId xmlns:a16="http://schemas.microsoft.com/office/drawing/2014/main" id="{37A8B904-2EB9-4197-B7F1-0E124419DE2C}"/>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7" name="Straight Connector 16">
            <a:extLst>
              <a:ext uri="{FF2B5EF4-FFF2-40B4-BE49-F238E27FC236}">
                <a16:creationId xmlns:a16="http://schemas.microsoft.com/office/drawing/2014/main" id="{A40AAB90-0668-4F8D-B822-6226137ABB26}"/>
              </a:ext>
            </a:extLst>
          </p:cNvPr>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8" name="Rectangle 7">
            <a:extLst>
              <a:ext uri="{FF2B5EF4-FFF2-40B4-BE49-F238E27FC236}">
                <a16:creationId xmlns:a16="http://schemas.microsoft.com/office/drawing/2014/main" id="{626A3D92-BBC7-452B-B149-0CE14295E11F}"/>
              </a:ext>
            </a:extLst>
          </p:cNvPr>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traight Connector 18">
            <a:extLst>
              <a:ext uri="{FF2B5EF4-FFF2-40B4-BE49-F238E27FC236}">
                <a16:creationId xmlns:a16="http://schemas.microsoft.com/office/drawing/2014/main" id="{01A7F691-BFD7-4667-B62F-CB680ADBEF66}"/>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0" name="Straight Connector 9">
            <a:extLst>
              <a:ext uri="{FF2B5EF4-FFF2-40B4-BE49-F238E27FC236}">
                <a16:creationId xmlns:a16="http://schemas.microsoft.com/office/drawing/2014/main" id="{2E0D7F1A-2A83-4072-9776-69833AE9124E}"/>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eaLnBrk="1" hangingPunct="1">
              <a:defRPr/>
            </a:pPr>
            <a:endParaRPr lang="en-US" dirty="0">
              <a:latin typeface="Arial" charset="0"/>
            </a:endParaRPr>
          </a:p>
        </p:txBody>
      </p:sp>
      <p:sp>
        <p:nvSpPr>
          <p:cNvPr id="11" name="Straight Connector 20">
            <a:extLst>
              <a:ext uri="{FF2B5EF4-FFF2-40B4-BE49-F238E27FC236}">
                <a16:creationId xmlns:a16="http://schemas.microsoft.com/office/drawing/2014/main" id="{0E2D1769-6D19-4BE1-BF13-C5CF2761E3E9}"/>
              </a:ext>
            </a:extLst>
          </p:cNvPr>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r>
              <a:rPr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a:t>Click to edit Master text styles</a:t>
            </a:r>
          </a:p>
        </p:txBody>
      </p:sp>
      <p:sp>
        <p:nvSpPr>
          <p:cNvPr id="12" name="Date Placeholder 16">
            <a:extLst>
              <a:ext uri="{FF2B5EF4-FFF2-40B4-BE49-F238E27FC236}">
                <a16:creationId xmlns:a16="http://schemas.microsoft.com/office/drawing/2014/main" id="{C2A52BA6-6F50-4A63-BB69-062393D836E3}"/>
              </a:ext>
            </a:extLst>
          </p:cNvPr>
          <p:cNvSpPr>
            <a:spLocks noGrp="1"/>
          </p:cNvSpPr>
          <p:nvPr>
            <p:ph type="dt" sz="half" idx="10"/>
          </p:nvPr>
        </p:nvSpPr>
        <p:spPr/>
        <p:txBody>
          <a:bodyPr rtlCol="0"/>
          <a:lstStyle>
            <a:lvl1pPr>
              <a:defRPr/>
            </a:lvl1pPr>
          </a:lstStyle>
          <a:p>
            <a:pPr>
              <a:defRPr/>
            </a:pPr>
            <a:endParaRPr lang="en-US"/>
          </a:p>
        </p:txBody>
      </p:sp>
      <p:sp>
        <p:nvSpPr>
          <p:cNvPr id="13" name="Slide Number Placeholder 17">
            <a:extLst>
              <a:ext uri="{FF2B5EF4-FFF2-40B4-BE49-F238E27FC236}">
                <a16:creationId xmlns:a16="http://schemas.microsoft.com/office/drawing/2014/main" id="{D41BFFB3-47AA-406B-9C5F-32794F3CF28F}"/>
              </a:ext>
            </a:extLst>
          </p:cNvPr>
          <p:cNvSpPr>
            <a:spLocks noGrp="1"/>
          </p:cNvSpPr>
          <p:nvPr>
            <p:ph type="sldNum" sz="quarter" idx="11"/>
          </p:nvPr>
        </p:nvSpPr>
        <p:spPr/>
        <p:txBody>
          <a:bodyPr/>
          <a:lstStyle>
            <a:lvl1pPr>
              <a:defRPr/>
            </a:lvl1pPr>
          </a:lstStyle>
          <a:p>
            <a:fld id="{7168D12A-A743-4FEE-866B-FD632AEBBB0B}" type="slidenum">
              <a:rPr lang="en-US" altLang="en-US"/>
              <a:pPr/>
              <a:t>‹#›</a:t>
            </a:fld>
            <a:endParaRPr lang="en-US" altLang="en-US"/>
          </a:p>
        </p:txBody>
      </p:sp>
      <p:sp>
        <p:nvSpPr>
          <p:cNvPr id="14" name="Footer Placeholder 20">
            <a:extLst>
              <a:ext uri="{FF2B5EF4-FFF2-40B4-BE49-F238E27FC236}">
                <a16:creationId xmlns:a16="http://schemas.microsoft.com/office/drawing/2014/main" id="{6907F6F3-F567-44EE-B32C-91EE5B7C3D17}"/>
              </a:ext>
            </a:extLst>
          </p:cNvPr>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47239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39F4E184-36CD-49C2-9B33-FC66F01E4F82}"/>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0AD5CAB5-9475-455E-93F9-6736F9BF67B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79C0DFA7-0A56-46B0-A2CB-D8F2C6C92E26}"/>
              </a:ext>
            </a:extLst>
          </p:cNvPr>
          <p:cNvSpPr>
            <a:spLocks noGrp="1"/>
          </p:cNvSpPr>
          <p:nvPr>
            <p:ph type="sldNum" sz="quarter" idx="12"/>
          </p:nvPr>
        </p:nvSpPr>
        <p:spPr/>
        <p:txBody>
          <a:bodyPr/>
          <a:lstStyle>
            <a:lvl1pPr>
              <a:defRPr/>
            </a:lvl1pPr>
          </a:lstStyle>
          <a:p>
            <a:fld id="{4E8AD086-D381-4728-907A-91E96EFEDD20}" type="slidenum">
              <a:rPr lang="en-US" altLang="en-US"/>
              <a:pPr/>
              <a:t>‹#›</a:t>
            </a:fld>
            <a:endParaRPr lang="en-US" altLang="en-US"/>
          </a:p>
        </p:txBody>
      </p:sp>
    </p:spTree>
    <p:extLst>
      <p:ext uri="{BB962C8B-B14F-4D97-AF65-F5344CB8AC3E}">
        <p14:creationId xmlns:p14="http://schemas.microsoft.com/office/powerpoint/2010/main" val="1702938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91EE8E41-8004-4DFC-ADAC-D07540A2C4D4}"/>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F73A4068-1146-447B-B70D-D42268C495A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2262586F-FFF4-4CFC-82AC-B98FD5CF1502}"/>
              </a:ext>
            </a:extLst>
          </p:cNvPr>
          <p:cNvSpPr>
            <a:spLocks noGrp="1"/>
          </p:cNvSpPr>
          <p:nvPr>
            <p:ph type="sldNum" sz="quarter" idx="12"/>
          </p:nvPr>
        </p:nvSpPr>
        <p:spPr/>
        <p:txBody>
          <a:bodyPr/>
          <a:lstStyle>
            <a:lvl1pPr>
              <a:defRPr/>
            </a:lvl1pPr>
          </a:lstStyle>
          <a:p>
            <a:fld id="{77CEA722-7769-4FE6-9AF6-90189B542E44}" type="slidenum">
              <a:rPr lang="en-US" altLang="en-US"/>
              <a:pPr/>
              <a:t>‹#›</a:t>
            </a:fld>
            <a:endParaRPr lang="en-US" altLang="en-US"/>
          </a:p>
        </p:txBody>
      </p:sp>
    </p:spTree>
    <p:extLst>
      <p:ext uri="{BB962C8B-B14F-4D97-AF65-F5344CB8AC3E}">
        <p14:creationId xmlns:p14="http://schemas.microsoft.com/office/powerpoint/2010/main" val="1117344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Straight Connector 15">
            <a:extLst>
              <a:ext uri="{FF2B5EF4-FFF2-40B4-BE49-F238E27FC236}">
                <a16:creationId xmlns:a16="http://schemas.microsoft.com/office/drawing/2014/main" id="{8F7F7125-10DA-4658-91A1-DE9B0CBD0991}"/>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eaLnBrk="1" hangingPunct="1">
              <a:defRPr/>
            </a:pPr>
            <a:endParaRPr lang="en-US" dirty="0">
              <a:latin typeface="Arial" charset="0"/>
            </a:endParaRPr>
          </a:p>
        </p:txBody>
      </p:sp>
      <p:sp>
        <p:nvSpPr>
          <p:cNvPr id="22" name="Title Placeholder 21">
            <a:extLst>
              <a:ext uri="{FF2B5EF4-FFF2-40B4-BE49-F238E27FC236}">
                <a16:creationId xmlns:a16="http://schemas.microsoft.com/office/drawing/2014/main" id="{E2044162-6E90-4F33-A106-233FB87514BA}"/>
              </a:ext>
            </a:extLst>
          </p:cNvPr>
          <p:cNvSpPr>
            <a:spLocks noGrp="1"/>
          </p:cNvSpPr>
          <p:nvPr>
            <p:ph type="title"/>
          </p:nvPr>
        </p:nvSpPr>
        <p:spPr>
          <a:xfrm>
            <a:off x="457200" y="274638"/>
            <a:ext cx="7467600" cy="1143000"/>
          </a:xfrm>
          <a:prstGeom prst="rect">
            <a:avLst/>
          </a:prstGeom>
        </p:spPr>
        <p:txBody>
          <a:bodyPr vert="horz" anchor="b">
            <a:normAutofit/>
          </a:bodyPr>
          <a:lstStyle/>
          <a:p>
            <a:r>
              <a:rPr lang="en-US"/>
              <a:t>Click to edit Master title style</a:t>
            </a:r>
          </a:p>
        </p:txBody>
      </p:sp>
      <p:sp>
        <p:nvSpPr>
          <p:cNvPr id="1028" name="Text Placeholder 12">
            <a:extLst>
              <a:ext uri="{FF2B5EF4-FFF2-40B4-BE49-F238E27FC236}">
                <a16:creationId xmlns:a16="http://schemas.microsoft.com/office/drawing/2014/main" id="{46E6D464-7D0B-4C9E-B739-05134BB60677}"/>
              </a:ext>
            </a:extLst>
          </p:cNvPr>
          <p:cNvSpPr>
            <a:spLocks noGrp="1"/>
          </p:cNvSpPr>
          <p:nvPr>
            <p:ph type="body" idx="1"/>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595953C2-8DD1-4EEF-A5D8-AC660CD4E164}"/>
              </a:ext>
            </a:extLst>
          </p:cNvPr>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latin typeface="Arial" charset="0"/>
              </a:defRPr>
            </a:lvl1pPr>
          </a:lstStyle>
          <a:p>
            <a:pPr>
              <a:defRPr/>
            </a:pPr>
            <a:endParaRPr lang="en-US"/>
          </a:p>
        </p:txBody>
      </p:sp>
      <p:sp>
        <p:nvSpPr>
          <p:cNvPr id="3" name="Footer Placeholder 2">
            <a:extLst>
              <a:ext uri="{FF2B5EF4-FFF2-40B4-BE49-F238E27FC236}">
                <a16:creationId xmlns:a16="http://schemas.microsoft.com/office/drawing/2014/main" id="{501436A5-7B13-4699-9121-A92B71E0B786}"/>
              </a:ext>
            </a:extLst>
          </p:cNvPr>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latin typeface="Arial" charset="0"/>
              </a:defRPr>
            </a:lvl1pPr>
          </a:lstStyle>
          <a:p>
            <a:pPr>
              <a:defRPr/>
            </a:pPr>
            <a:endParaRPr lang="en-US"/>
          </a:p>
        </p:txBody>
      </p:sp>
      <p:sp>
        <p:nvSpPr>
          <p:cNvPr id="7" name="Straight Connector 6">
            <a:extLst>
              <a:ext uri="{FF2B5EF4-FFF2-40B4-BE49-F238E27FC236}">
                <a16:creationId xmlns:a16="http://schemas.microsoft.com/office/drawing/2014/main" id="{8917926E-D135-4045-B556-15FB11E58802}"/>
              </a:ext>
            </a:extLst>
          </p:cNvPr>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eaLnBrk="1" hangingPunct="1">
              <a:defRPr/>
            </a:pPr>
            <a:endParaRPr lang="en-US">
              <a:latin typeface="Arial" charset="0"/>
            </a:endParaRPr>
          </a:p>
        </p:txBody>
      </p:sp>
      <p:sp>
        <p:nvSpPr>
          <p:cNvPr id="1032" name="Straight Connector 8">
            <a:extLst>
              <a:ext uri="{FF2B5EF4-FFF2-40B4-BE49-F238E27FC236}">
                <a16:creationId xmlns:a16="http://schemas.microsoft.com/office/drawing/2014/main" id="{1929FE20-393D-441D-8A59-D6E8B9853A2E}"/>
              </a:ext>
            </a:extLst>
          </p:cNvPr>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0" name="Rectangle 9">
            <a:extLst>
              <a:ext uri="{FF2B5EF4-FFF2-40B4-BE49-F238E27FC236}">
                <a16:creationId xmlns:a16="http://schemas.microsoft.com/office/drawing/2014/main" id="{D1757DC2-50C4-43C8-905C-2397237539E4}"/>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34" name="Straight Connector 10">
            <a:extLst>
              <a:ext uri="{FF2B5EF4-FFF2-40B4-BE49-F238E27FC236}">
                <a16:creationId xmlns:a16="http://schemas.microsoft.com/office/drawing/2014/main" id="{0668961D-C618-4C02-8871-1C5B39097A97}"/>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12" name="Oval 11">
            <a:extLst>
              <a:ext uri="{FF2B5EF4-FFF2-40B4-BE49-F238E27FC236}">
                <a16:creationId xmlns:a16="http://schemas.microsoft.com/office/drawing/2014/main" id="{B59617B6-5608-4F63-8E79-B0A3D2F2C37B}"/>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3" name="Slide Number Placeholder 22">
            <a:extLst>
              <a:ext uri="{FF2B5EF4-FFF2-40B4-BE49-F238E27FC236}">
                <a16:creationId xmlns:a16="http://schemas.microsoft.com/office/drawing/2014/main" id="{54E891DB-EC7E-410D-9EE4-40A099D30B12}"/>
              </a:ext>
            </a:extLst>
          </p:cNvPr>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400" b="1">
                <a:solidFill>
                  <a:srgbClr val="FFFFFF"/>
                </a:solidFill>
              </a:defRPr>
            </a:lvl1pPr>
          </a:lstStyle>
          <a:p>
            <a:fld id="{BDC9F440-2C23-4117-B8EF-DDEF25A5945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167" r:id="rId1"/>
    <p:sldLayoutId id="2147484168" r:id="rId2"/>
    <p:sldLayoutId id="2147484169" r:id="rId3"/>
    <p:sldLayoutId id="2147484162" r:id="rId4"/>
    <p:sldLayoutId id="2147484163" r:id="rId5"/>
    <p:sldLayoutId id="2147484170" r:id="rId6"/>
    <p:sldLayoutId id="2147484164" r:id="rId7"/>
    <p:sldLayoutId id="2147484171" r:id="rId8"/>
    <p:sldLayoutId id="2147484172" r:id="rId9"/>
    <p:sldLayoutId id="2147484165" r:id="rId10"/>
    <p:sldLayoutId id="2147484166" r:id="rId11"/>
  </p:sldLayoutIdLst>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orbel" pitchFamily="34" charset="0"/>
        </a:defRPr>
      </a:lvl2pPr>
      <a:lvl3pPr algn="l" rtl="0" eaLnBrk="0" fontAlgn="base" hangingPunct="0">
        <a:spcBef>
          <a:spcPct val="0"/>
        </a:spcBef>
        <a:spcAft>
          <a:spcPct val="0"/>
        </a:spcAft>
        <a:defRPr sz="3000">
          <a:solidFill>
            <a:schemeClr val="tx2"/>
          </a:solidFill>
          <a:latin typeface="Corbel" pitchFamily="34" charset="0"/>
        </a:defRPr>
      </a:lvl3pPr>
      <a:lvl4pPr algn="l" rtl="0" eaLnBrk="0" fontAlgn="base" hangingPunct="0">
        <a:spcBef>
          <a:spcPct val="0"/>
        </a:spcBef>
        <a:spcAft>
          <a:spcPct val="0"/>
        </a:spcAft>
        <a:defRPr sz="3000">
          <a:solidFill>
            <a:schemeClr val="tx2"/>
          </a:solidFill>
          <a:latin typeface="Corbel" pitchFamily="34" charset="0"/>
        </a:defRPr>
      </a:lvl4pPr>
      <a:lvl5pPr algn="l" rtl="0" eaLnBrk="0" fontAlgn="base" hangingPunct="0">
        <a:spcBef>
          <a:spcPct val="0"/>
        </a:spcBef>
        <a:spcAft>
          <a:spcPct val="0"/>
        </a:spcAft>
        <a:defRPr sz="3000">
          <a:solidFill>
            <a:schemeClr val="tx2"/>
          </a:solidFill>
          <a:latin typeface="Corbel" pitchFamily="34" charset="0"/>
        </a:defRPr>
      </a:lvl5pPr>
      <a:lvl6pPr marL="457200" algn="l" rtl="0" fontAlgn="base">
        <a:spcBef>
          <a:spcPct val="0"/>
        </a:spcBef>
        <a:spcAft>
          <a:spcPct val="0"/>
        </a:spcAft>
        <a:defRPr sz="3000">
          <a:solidFill>
            <a:schemeClr val="tx2"/>
          </a:solidFill>
          <a:latin typeface="Corbel" pitchFamily="34" charset="0"/>
        </a:defRPr>
      </a:lvl6pPr>
      <a:lvl7pPr marL="914400" algn="l" rtl="0" fontAlgn="base">
        <a:spcBef>
          <a:spcPct val="0"/>
        </a:spcBef>
        <a:spcAft>
          <a:spcPct val="0"/>
        </a:spcAft>
        <a:defRPr sz="3000">
          <a:solidFill>
            <a:schemeClr val="tx2"/>
          </a:solidFill>
          <a:latin typeface="Corbel" pitchFamily="34" charset="0"/>
        </a:defRPr>
      </a:lvl7pPr>
      <a:lvl8pPr marL="1371600" algn="l" rtl="0" fontAlgn="base">
        <a:spcBef>
          <a:spcPct val="0"/>
        </a:spcBef>
        <a:spcAft>
          <a:spcPct val="0"/>
        </a:spcAft>
        <a:defRPr sz="3000">
          <a:solidFill>
            <a:schemeClr val="tx2"/>
          </a:solidFill>
          <a:latin typeface="Corbel" pitchFamily="34" charset="0"/>
        </a:defRPr>
      </a:lvl8pPr>
      <a:lvl9pPr marL="1828800" algn="l" rtl="0" fontAlgn="base">
        <a:spcBef>
          <a:spcPct val="0"/>
        </a:spcBef>
        <a:spcAft>
          <a:spcPct val="0"/>
        </a:spcAft>
        <a:defRPr sz="3000">
          <a:solidFill>
            <a:schemeClr val="tx2"/>
          </a:solidFill>
          <a:latin typeface="Corbel" pitchFamily="34"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82A0B9"/>
        </a:buClr>
        <a:buSzPct val="60000"/>
        <a:buFont typeface="Wingdings" panose="05000000000000000000"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C8D7E5"/>
        </a:buClr>
        <a:buSzPct val="60000"/>
        <a:buFont typeface="Wingdings" panose="05000000000000000000"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EBC0B1"/>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www.nature.com/mi"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doi.org/10.1371/journal.pntd.0003059"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www.ncbi.nlm.nih.gov/pubmed/15776378" TargetMode="External"/><Relationship Id="rId7" Type="http://schemas.openxmlformats.org/officeDocument/2006/relationships/hyperlink" Target="http://www.ncbi.nlm.nih.gov/pubmed/12010598" TargetMode="External"/><Relationship Id="rId2" Type="http://schemas.openxmlformats.org/officeDocument/2006/relationships/hyperlink" Target="http://www.ncbi.nlm.nih.gov/pubmed/16136473" TargetMode="External"/><Relationship Id="rId1" Type="http://schemas.openxmlformats.org/officeDocument/2006/relationships/slideLayout" Target="../slideLayouts/slideLayout2.xml"/><Relationship Id="rId6" Type="http://schemas.openxmlformats.org/officeDocument/2006/relationships/hyperlink" Target="http://www.ncbi.nlm.nih.gov/pubmed/12352151" TargetMode="External"/><Relationship Id="rId5" Type="http://schemas.openxmlformats.org/officeDocument/2006/relationships/hyperlink" Target="http://www.ncbi.nlm.nih.gov/pubmed/12886815" TargetMode="External"/><Relationship Id="rId4" Type="http://schemas.openxmlformats.org/officeDocument/2006/relationships/hyperlink" Target="http://www.ncbi.nlm.nih.gov/pubmed/15499545" TargetMode="External"/></Relationships>
</file>

<file path=ppt/slides/_rels/slide45.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07989AB-041D-45AB-B25F-0C6827C53D99}"/>
              </a:ext>
            </a:extLst>
          </p:cNvPr>
          <p:cNvSpPr>
            <a:spLocks noGrp="1" noChangeArrowheads="1"/>
          </p:cNvSpPr>
          <p:nvPr>
            <p:ph type="ctrTitle"/>
          </p:nvPr>
        </p:nvSpPr>
        <p:spPr>
          <a:xfrm>
            <a:off x="2286000" y="3124200"/>
            <a:ext cx="6172200" cy="1893888"/>
          </a:xfrm>
        </p:spPr>
        <p:txBody>
          <a:bodyPr/>
          <a:lstStyle/>
          <a:p>
            <a:pPr eaLnBrk="1" fontAlgn="auto" hangingPunct="1">
              <a:spcAft>
                <a:spcPts val="0"/>
              </a:spcAft>
              <a:defRPr/>
            </a:pPr>
            <a:r>
              <a:rPr lang="en-US" dirty="0"/>
              <a:t>Complex Pathogens, Helminths and Immunology</a:t>
            </a:r>
          </a:p>
        </p:txBody>
      </p:sp>
      <p:sp>
        <p:nvSpPr>
          <p:cNvPr id="2051" name="Rectangle 3">
            <a:extLst>
              <a:ext uri="{FF2B5EF4-FFF2-40B4-BE49-F238E27FC236}">
                <a16:creationId xmlns:a16="http://schemas.microsoft.com/office/drawing/2014/main" id="{820C4E21-B39A-42C8-9AC7-38F048736240}"/>
              </a:ext>
            </a:extLst>
          </p:cNvPr>
          <p:cNvSpPr>
            <a:spLocks noGrp="1" noChangeArrowheads="1"/>
          </p:cNvSpPr>
          <p:nvPr>
            <p:ph type="subTitle" idx="1"/>
          </p:nvPr>
        </p:nvSpPr>
        <p:spPr>
          <a:xfrm>
            <a:off x="2286000" y="5003800"/>
            <a:ext cx="6172200" cy="1371600"/>
          </a:xfrm>
        </p:spPr>
        <p:txBody>
          <a:bodyPr>
            <a:normAutofit fontScale="92500" lnSpcReduction="20000"/>
          </a:bodyPr>
          <a:lstStyle/>
          <a:p>
            <a:pPr eaLnBrk="1" fontAlgn="auto" hangingPunct="1">
              <a:lnSpc>
                <a:spcPct val="80000"/>
              </a:lnSpc>
              <a:spcAft>
                <a:spcPts val="0"/>
              </a:spcAft>
              <a:buFont typeface="Wingdings"/>
              <a:buNone/>
              <a:defRPr/>
            </a:pPr>
            <a:r>
              <a:rPr lang="en-US" sz="2800" dirty="0"/>
              <a:t>Paul Thomas</a:t>
            </a:r>
          </a:p>
          <a:p>
            <a:pPr eaLnBrk="1" fontAlgn="auto" hangingPunct="1">
              <a:lnSpc>
                <a:spcPct val="80000"/>
              </a:lnSpc>
              <a:spcAft>
                <a:spcPts val="0"/>
              </a:spcAft>
              <a:buFont typeface="Wingdings"/>
              <a:buNone/>
              <a:defRPr/>
            </a:pPr>
            <a:r>
              <a:rPr lang="en-US" sz="2800" dirty="0"/>
              <a:t>Paul.Thomas@stjude.org</a:t>
            </a:r>
          </a:p>
          <a:p>
            <a:pPr eaLnBrk="1" fontAlgn="auto" hangingPunct="1">
              <a:lnSpc>
                <a:spcPct val="80000"/>
              </a:lnSpc>
              <a:spcAft>
                <a:spcPts val="0"/>
              </a:spcAft>
              <a:buFont typeface="Wingdings"/>
              <a:buNone/>
              <a:defRPr/>
            </a:pPr>
            <a:r>
              <a:rPr lang="en-US" sz="2800" dirty="0"/>
              <a:t>Department of Immunology</a:t>
            </a:r>
          </a:p>
          <a:p>
            <a:pPr eaLnBrk="1" fontAlgn="auto" hangingPunct="1">
              <a:lnSpc>
                <a:spcPct val="80000"/>
              </a:lnSpc>
              <a:spcAft>
                <a:spcPts val="0"/>
              </a:spcAft>
              <a:buFont typeface="Wingdings"/>
              <a:buNone/>
              <a:defRPr/>
            </a:pPr>
            <a:r>
              <a:rPr lang="en-US" sz="2800" dirty="0"/>
              <a:t>St. Jude Children’s Research Hospital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3B8C6-E4F8-4500-AF1E-0BE3B17DB684}"/>
              </a:ext>
            </a:extLst>
          </p:cNvPr>
          <p:cNvSpPr>
            <a:spLocks noGrp="1"/>
          </p:cNvSpPr>
          <p:nvPr>
            <p:ph type="title"/>
          </p:nvPr>
        </p:nvSpPr>
        <p:spPr/>
        <p:txBody>
          <a:bodyPr/>
          <a:lstStyle/>
          <a:p>
            <a:pPr>
              <a:defRPr/>
            </a:pPr>
            <a:r>
              <a:rPr lang="en-US" dirty="0"/>
              <a:t>Malaria Prevalence</a:t>
            </a:r>
          </a:p>
        </p:txBody>
      </p:sp>
      <p:pic>
        <p:nvPicPr>
          <p:cNvPr id="10243" name="Picture 2">
            <a:extLst>
              <a:ext uri="{FF2B5EF4-FFF2-40B4-BE49-F238E27FC236}">
                <a16:creationId xmlns:a16="http://schemas.microsoft.com/office/drawing/2014/main" id="{3C75D78C-F3D0-4F3A-9699-1917A5066AF3}"/>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74913" y="1752600"/>
            <a:ext cx="667543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Content Placeholder 2">
            <a:extLst>
              <a:ext uri="{FF2B5EF4-FFF2-40B4-BE49-F238E27FC236}">
                <a16:creationId xmlns:a16="http://schemas.microsoft.com/office/drawing/2014/main" id="{65CC3AF6-B6A8-417D-BEB3-2F89548C0BF7}"/>
              </a:ext>
            </a:extLst>
          </p:cNvPr>
          <p:cNvSpPr>
            <a:spLocks noGrp="1"/>
          </p:cNvSpPr>
          <p:nvPr>
            <p:ph sz="quarter" idx="1"/>
          </p:nvPr>
        </p:nvSpPr>
        <p:spPr>
          <a:xfrm>
            <a:off x="76200" y="1600200"/>
            <a:ext cx="2514600" cy="4873625"/>
          </a:xfrm>
        </p:spPr>
        <p:txBody>
          <a:bodyPr/>
          <a:lstStyle/>
          <a:p>
            <a:r>
              <a:rPr lang="en-US" altLang="en-US"/>
              <a:t>~350-500 million infections/year</a:t>
            </a:r>
          </a:p>
          <a:p>
            <a:r>
              <a:rPr lang="en-US" altLang="en-US"/>
              <a:t>1-2 million deaths/year, most of them among children under 5</a:t>
            </a:r>
          </a:p>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5A6F6-A9FC-4821-8B10-30E820FF292C}"/>
              </a:ext>
            </a:extLst>
          </p:cNvPr>
          <p:cNvSpPr>
            <a:spLocks noGrp="1"/>
          </p:cNvSpPr>
          <p:nvPr>
            <p:ph type="title"/>
          </p:nvPr>
        </p:nvSpPr>
        <p:spPr>
          <a:xfrm>
            <a:off x="457200" y="-304800"/>
            <a:ext cx="7467600" cy="1143000"/>
          </a:xfrm>
        </p:spPr>
        <p:txBody>
          <a:bodyPr/>
          <a:lstStyle/>
          <a:p>
            <a:pPr>
              <a:defRPr/>
            </a:pPr>
            <a:r>
              <a:rPr lang="en-US" dirty="0"/>
              <a:t>Malaria life cycle</a:t>
            </a:r>
          </a:p>
        </p:txBody>
      </p:sp>
      <p:pic>
        <p:nvPicPr>
          <p:cNvPr id="11267" name="Picture 3">
            <a:extLst>
              <a:ext uri="{FF2B5EF4-FFF2-40B4-BE49-F238E27FC236}">
                <a16:creationId xmlns:a16="http://schemas.microsoft.com/office/drawing/2014/main" id="{441DDBE0-252B-405D-9362-4A33FB755A9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838200" y="990600"/>
            <a:ext cx="7086600" cy="5676900"/>
          </a:xfr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4A750-A480-42C8-89F0-44DF5236F827}"/>
              </a:ext>
            </a:extLst>
          </p:cNvPr>
          <p:cNvSpPr>
            <a:spLocks noGrp="1"/>
          </p:cNvSpPr>
          <p:nvPr>
            <p:ph type="title"/>
          </p:nvPr>
        </p:nvSpPr>
        <p:spPr>
          <a:xfrm>
            <a:off x="457200" y="0"/>
            <a:ext cx="7467600" cy="1143000"/>
          </a:xfrm>
        </p:spPr>
        <p:txBody>
          <a:bodyPr/>
          <a:lstStyle/>
          <a:p>
            <a:pPr>
              <a:defRPr/>
            </a:pPr>
            <a:r>
              <a:rPr lang="en-US" dirty="0"/>
              <a:t>Immune Responses mediate plasmodium pathology</a:t>
            </a:r>
          </a:p>
        </p:txBody>
      </p:sp>
      <p:pic>
        <p:nvPicPr>
          <p:cNvPr id="15363" name="Picture 2">
            <a:extLst>
              <a:ext uri="{FF2B5EF4-FFF2-40B4-BE49-F238E27FC236}">
                <a16:creationId xmlns:a16="http://schemas.microsoft.com/office/drawing/2014/main" id="{EE4BBD59-2C69-41E1-902E-09D0B30C8070}"/>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533400" y="1325563"/>
            <a:ext cx="7239000" cy="5284787"/>
          </a:xfr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AE329-C64C-4E95-AA82-F6C6FFE9A0B2}"/>
              </a:ext>
            </a:extLst>
          </p:cNvPr>
          <p:cNvSpPr>
            <a:spLocks noGrp="1"/>
          </p:cNvSpPr>
          <p:nvPr>
            <p:ph type="title"/>
          </p:nvPr>
        </p:nvSpPr>
        <p:spPr/>
        <p:txBody>
          <a:bodyPr/>
          <a:lstStyle/>
          <a:p>
            <a:pPr>
              <a:defRPr/>
            </a:pPr>
            <a:r>
              <a:rPr lang="en-US" dirty="0"/>
              <a:t>Typical “Th1-Type” immunity contributes to malaria protection and pathology</a:t>
            </a:r>
          </a:p>
        </p:txBody>
      </p:sp>
      <p:pic>
        <p:nvPicPr>
          <p:cNvPr id="16387" name="Picture 2">
            <a:extLst>
              <a:ext uri="{FF2B5EF4-FFF2-40B4-BE49-F238E27FC236}">
                <a16:creationId xmlns:a16="http://schemas.microsoft.com/office/drawing/2014/main" id="{5A7B4635-3A4D-4130-AE7D-2B6ACAE5E338}"/>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184525" y="1600200"/>
            <a:ext cx="5961063" cy="4191000"/>
          </a:xfrm>
          <a:noFill/>
        </p:spPr>
      </p:pic>
      <p:sp>
        <p:nvSpPr>
          <p:cNvPr id="16388" name="Content Placeholder 4">
            <a:extLst>
              <a:ext uri="{FF2B5EF4-FFF2-40B4-BE49-F238E27FC236}">
                <a16:creationId xmlns:a16="http://schemas.microsoft.com/office/drawing/2014/main" id="{147A600F-D4E6-4F0A-B0BA-154FE8A00414}"/>
              </a:ext>
            </a:extLst>
          </p:cNvPr>
          <p:cNvSpPr>
            <a:spLocks noGrp="1"/>
          </p:cNvSpPr>
          <p:nvPr>
            <p:ph sz="quarter" idx="2"/>
          </p:nvPr>
        </p:nvSpPr>
        <p:spPr>
          <a:xfrm>
            <a:off x="0" y="1676400"/>
            <a:ext cx="3352800" cy="5181600"/>
          </a:xfrm>
        </p:spPr>
        <p:txBody>
          <a:bodyPr/>
          <a:lstStyle/>
          <a:p>
            <a:r>
              <a:rPr lang="en-US" altLang="en-US"/>
              <a:t>In infected mice, antigen is presented in the spleen where Th1 cells regulate innate and adaptive immune responses, including stimulating anti-parasite antibody and effector mechanisms such as ROI and RNI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BB864-91DD-45B8-B6E0-7CEFE85838BE}"/>
              </a:ext>
            </a:extLst>
          </p:cNvPr>
          <p:cNvSpPr>
            <a:spLocks noGrp="1"/>
          </p:cNvSpPr>
          <p:nvPr>
            <p:ph type="title"/>
          </p:nvPr>
        </p:nvSpPr>
        <p:spPr/>
        <p:txBody>
          <a:bodyPr/>
          <a:lstStyle/>
          <a:p>
            <a:pPr>
              <a:defRPr/>
            </a:pPr>
            <a:r>
              <a:rPr lang="en-US" dirty="0"/>
              <a:t>Immune mechanisms to control malaria</a:t>
            </a:r>
          </a:p>
        </p:txBody>
      </p:sp>
      <p:sp>
        <p:nvSpPr>
          <p:cNvPr id="3" name="Content Placeholder 2">
            <a:extLst>
              <a:ext uri="{FF2B5EF4-FFF2-40B4-BE49-F238E27FC236}">
                <a16:creationId xmlns:a16="http://schemas.microsoft.com/office/drawing/2014/main" id="{2D521539-B885-499F-A4F9-174D04B5D57F}"/>
              </a:ext>
            </a:extLst>
          </p:cNvPr>
          <p:cNvSpPr>
            <a:spLocks noGrp="1"/>
          </p:cNvSpPr>
          <p:nvPr>
            <p:ph sz="quarter" idx="1"/>
          </p:nvPr>
        </p:nvSpPr>
        <p:spPr>
          <a:xfrm>
            <a:off x="152400" y="1600200"/>
            <a:ext cx="3429000" cy="4038600"/>
          </a:xfrm>
        </p:spPr>
        <p:txBody>
          <a:bodyPr>
            <a:normAutofit fontScale="55000" lnSpcReduction="20000"/>
          </a:bodyPr>
          <a:lstStyle/>
          <a:p>
            <a:pPr>
              <a:defRPr/>
            </a:pPr>
            <a:r>
              <a:rPr lang="en-US" dirty="0"/>
              <a:t>Antibodies block invasion of </a:t>
            </a:r>
            <a:r>
              <a:rPr lang="en-US" dirty="0" err="1"/>
              <a:t>sporozoites</a:t>
            </a:r>
            <a:r>
              <a:rPr lang="en-US" dirty="0"/>
              <a:t> into liver cells</a:t>
            </a:r>
          </a:p>
          <a:p>
            <a:pPr>
              <a:defRPr/>
            </a:pPr>
            <a:r>
              <a:rPr lang="en-US" dirty="0"/>
              <a:t>Interferon- (IFN-) and CD8</a:t>
            </a:r>
            <a:r>
              <a:rPr lang="en-US" baseline="30000" dirty="0"/>
              <a:t>+</a:t>
            </a:r>
            <a:r>
              <a:rPr lang="en-US" dirty="0"/>
              <a:t> T cells inhibit parasite development in </a:t>
            </a:r>
            <a:r>
              <a:rPr lang="en-US" dirty="0" err="1"/>
              <a:t>hepatocytes</a:t>
            </a:r>
            <a:endParaRPr lang="en-US" dirty="0"/>
          </a:p>
          <a:p>
            <a:pPr>
              <a:defRPr/>
            </a:pPr>
            <a:r>
              <a:rPr lang="en-US" dirty="0"/>
              <a:t>Antibodies block invasion of </a:t>
            </a:r>
            <a:r>
              <a:rPr lang="en-US" dirty="0" err="1"/>
              <a:t>merozoites</a:t>
            </a:r>
            <a:r>
              <a:rPr lang="en-US" dirty="0"/>
              <a:t> into erythrocytes</a:t>
            </a:r>
          </a:p>
          <a:p>
            <a:pPr>
              <a:defRPr/>
            </a:pPr>
            <a:r>
              <a:rPr lang="en-US" dirty="0"/>
              <a:t>Antibodies prevent sequestration of infected erythrocytes by preventing binding to adhesion molecules on the vascular endothelium</a:t>
            </a:r>
          </a:p>
          <a:p>
            <a:pPr>
              <a:defRPr/>
            </a:pPr>
            <a:r>
              <a:rPr lang="en-US" dirty="0"/>
              <a:t>IFN- and CD4</a:t>
            </a:r>
            <a:r>
              <a:rPr lang="en-US" baseline="30000" dirty="0"/>
              <a:t>+</a:t>
            </a:r>
            <a:r>
              <a:rPr lang="en-US" dirty="0"/>
              <a:t> T cells activate macrophages to </a:t>
            </a:r>
            <a:r>
              <a:rPr lang="en-US" dirty="0" err="1"/>
              <a:t>phagocytose</a:t>
            </a:r>
            <a:r>
              <a:rPr lang="en-US" dirty="0"/>
              <a:t> intra-</a:t>
            </a:r>
            <a:r>
              <a:rPr lang="en-US" dirty="0" err="1"/>
              <a:t>erythrocytic</a:t>
            </a:r>
            <a:r>
              <a:rPr lang="en-US" dirty="0"/>
              <a:t> parasites and free </a:t>
            </a:r>
            <a:r>
              <a:rPr lang="en-US" dirty="0" err="1"/>
              <a:t>merozoites</a:t>
            </a:r>
            <a:endParaRPr lang="en-US" dirty="0"/>
          </a:p>
          <a:p>
            <a:pPr>
              <a:defRPr/>
            </a:pPr>
            <a:r>
              <a:rPr lang="en-US" dirty="0"/>
              <a:t>Antibodies neutralize parasite </a:t>
            </a:r>
            <a:r>
              <a:rPr lang="en-US" dirty="0" err="1"/>
              <a:t>glycosylphosphatidylinositol</a:t>
            </a:r>
            <a:r>
              <a:rPr lang="en-US" dirty="0"/>
              <a:t> and inhibit induction of the inflammatory cytokine cascade</a:t>
            </a:r>
          </a:p>
          <a:p>
            <a:pPr>
              <a:defRPr/>
            </a:pPr>
            <a:r>
              <a:rPr lang="en-US" dirty="0"/>
              <a:t>Antibodies mediate complement-dependent </a:t>
            </a:r>
            <a:r>
              <a:rPr lang="en-US" dirty="0" err="1"/>
              <a:t>lysis</a:t>
            </a:r>
            <a:r>
              <a:rPr lang="en-US" dirty="0"/>
              <a:t> of extracellular gametes, and prevent fertilization of gametes and the development of zygotes</a:t>
            </a:r>
          </a:p>
          <a:p>
            <a:pPr>
              <a:defRPr/>
            </a:pPr>
            <a:endParaRPr lang="en-US" dirty="0"/>
          </a:p>
        </p:txBody>
      </p:sp>
      <p:sp>
        <p:nvSpPr>
          <p:cNvPr id="17412" name="TextBox 3">
            <a:extLst>
              <a:ext uri="{FF2B5EF4-FFF2-40B4-BE49-F238E27FC236}">
                <a16:creationId xmlns:a16="http://schemas.microsoft.com/office/drawing/2014/main" id="{85D4519D-6FD0-4A26-BDBA-13AAEE5A4E5F}"/>
              </a:ext>
            </a:extLst>
          </p:cNvPr>
          <p:cNvSpPr txBox="1">
            <a:spLocks noChangeArrowheads="1"/>
          </p:cNvSpPr>
          <p:nvPr/>
        </p:nvSpPr>
        <p:spPr bwMode="auto">
          <a:xfrm>
            <a:off x="152400" y="5943600"/>
            <a:ext cx="39624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000">
                <a:latin typeface="Arial" panose="020B0604020202020204" pitchFamily="34" charset="0"/>
              </a:rPr>
              <a:t>Mary M. Stevenson &amp; Eleanor M. Riley</a:t>
            </a:r>
          </a:p>
          <a:p>
            <a:pPr eaLnBrk="1" hangingPunct="1">
              <a:spcBef>
                <a:spcPct val="0"/>
              </a:spcBef>
              <a:buClrTx/>
              <a:buSzTx/>
              <a:buFontTx/>
              <a:buNone/>
            </a:pPr>
            <a:r>
              <a:rPr lang="en-US" altLang="en-US" sz="1000">
                <a:latin typeface="Arial" panose="020B0604020202020204" pitchFamily="34" charset="0"/>
              </a:rPr>
              <a:t>Nature Reviews Immunology 4, 169-180 (March 2004)</a:t>
            </a:r>
          </a:p>
          <a:p>
            <a:pPr eaLnBrk="1" hangingPunct="1">
              <a:spcBef>
                <a:spcPct val="0"/>
              </a:spcBef>
              <a:buClrTx/>
              <a:buSzTx/>
              <a:buFontTx/>
              <a:buNone/>
            </a:pPr>
            <a:endParaRPr lang="en-US" altLang="en-US" sz="1000">
              <a:latin typeface="Arial" panose="020B0604020202020204" pitchFamily="34" charset="0"/>
            </a:endParaRPr>
          </a:p>
        </p:txBody>
      </p:sp>
      <p:pic>
        <p:nvPicPr>
          <p:cNvPr id="17413" name="Picture 2">
            <a:extLst>
              <a:ext uri="{FF2B5EF4-FFF2-40B4-BE49-F238E27FC236}">
                <a16:creationId xmlns:a16="http://schemas.microsoft.com/office/drawing/2014/main" id="{9ABA5A2E-7D15-4DD6-80A3-27FB5760DA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6475" y="1524000"/>
            <a:ext cx="5584825"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A9138-B8DA-4CC6-BE79-C4EA5E6203AD}"/>
              </a:ext>
            </a:extLst>
          </p:cNvPr>
          <p:cNvSpPr>
            <a:spLocks noGrp="1"/>
          </p:cNvSpPr>
          <p:nvPr>
            <p:ph type="title"/>
          </p:nvPr>
        </p:nvSpPr>
        <p:spPr>
          <a:xfrm>
            <a:off x="76200" y="-457200"/>
            <a:ext cx="7467600" cy="1143000"/>
          </a:xfrm>
        </p:spPr>
        <p:txBody>
          <a:bodyPr/>
          <a:lstStyle/>
          <a:p>
            <a:pPr>
              <a:defRPr/>
            </a:pPr>
            <a:r>
              <a:rPr lang="en-US" dirty="0"/>
              <a:t>Fatal Disease in malaria infection</a:t>
            </a:r>
          </a:p>
        </p:txBody>
      </p:sp>
      <p:pic>
        <p:nvPicPr>
          <p:cNvPr id="18435" name="Picture 2">
            <a:extLst>
              <a:ext uri="{FF2B5EF4-FFF2-40B4-BE49-F238E27FC236}">
                <a16:creationId xmlns:a16="http://schemas.microsoft.com/office/drawing/2014/main" id="{08ECAF2D-3C55-4DD5-AD7A-FEAEFAAAB72F}"/>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0" y="1133475"/>
            <a:ext cx="9144000" cy="5360988"/>
          </a:xfr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9F06F-26F1-4F3A-B9D9-6285DD0A185D}"/>
              </a:ext>
            </a:extLst>
          </p:cNvPr>
          <p:cNvSpPr>
            <a:spLocks noGrp="1"/>
          </p:cNvSpPr>
          <p:nvPr>
            <p:ph type="title"/>
          </p:nvPr>
        </p:nvSpPr>
        <p:spPr/>
        <p:txBody>
          <a:bodyPr/>
          <a:lstStyle/>
          <a:p>
            <a:pPr>
              <a:defRPr/>
            </a:pPr>
            <a:r>
              <a:rPr lang="en-US" dirty="0"/>
              <a:t>Vector Control</a:t>
            </a:r>
          </a:p>
        </p:txBody>
      </p:sp>
      <p:sp>
        <p:nvSpPr>
          <p:cNvPr id="27651" name="Content Placeholder 2">
            <a:extLst>
              <a:ext uri="{FF2B5EF4-FFF2-40B4-BE49-F238E27FC236}">
                <a16:creationId xmlns:a16="http://schemas.microsoft.com/office/drawing/2014/main" id="{4DC72774-7A88-4383-A990-564605602097}"/>
              </a:ext>
            </a:extLst>
          </p:cNvPr>
          <p:cNvSpPr>
            <a:spLocks noGrp="1"/>
          </p:cNvSpPr>
          <p:nvPr>
            <p:ph sz="quarter" idx="1"/>
          </p:nvPr>
        </p:nvSpPr>
        <p:spPr>
          <a:xfrm>
            <a:off x="457200" y="1600200"/>
            <a:ext cx="7467600" cy="4873625"/>
          </a:xfrm>
        </p:spPr>
        <p:txBody>
          <a:bodyPr/>
          <a:lstStyle/>
          <a:p>
            <a:r>
              <a:rPr lang="en-US" altLang="en-US"/>
              <a:t>Vector control efforts range from basic bed nets, to spraying insecticides externally and on house walls, to more sophisticated “vector engineering” efforts to produce malaria-resistant mosquitoes, among many others</a:t>
            </a:r>
          </a:p>
          <a:p>
            <a:r>
              <a:rPr lang="en-US" altLang="en-US"/>
              <a:t>Math modeling of infectious spread has led to some hypotheses about which of these methods are the most effective (bed nets, house wall spraying) and which are unlikely to be effective (releasing resistant mosquitoes)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19B57-349C-41F4-93CE-90ADF4587CFC}"/>
              </a:ext>
            </a:extLst>
          </p:cNvPr>
          <p:cNvSpPr>
            <a:spLocks noGrp="1"/>
          </p:cNvSpPr>
          <p:nvPr>
            <p:ph type="title"/>
          </p:nvPr>
        </p:nvSpPr>
        <p:spPr>
          <a:xfrm>
            <a:off x="152400" y="-457200"/>
            <a:ext cx="7467600" cy="1143000"/>
          </a:xfrm>
        </p:spPr>
        <p:txBody>
          <a:bodyPr/>
          <a:lstStyle/>
          <a:p>
            <a:pPr>
              <a:defRPr/>
            </a:pPr>
            <a:r>
              <a:rPr lang="en-US" dirty="0"/>
              <a:t>Malaria Vaccine Targets</a:t>
            </a:r>
          </a:p>
        </p:txBody>
      </p:sp>
      <p:sp>
        <p:nvSpPr>
          <p:cNvPr id="4" name="Content Placeholder 3">
            <a:extLst>
              <a:ext uri="{FF2B5EF4-FFF2-40B4-BE49-F238E27FC236}">
                <a16:creationId xmlns:a16="http://schemas.microsoft.com/office/drawing/2014/main" id="{3C76F1BB-530E-4DFC-A25D-602027B42357}"/>
              </a:ext>
            </a:extLst>
          </p:cNvPr>
          <p:cNvSpPr>
            <a:spLocks noGrp="1"/>
          </p:cNvSpPr>
          <p:nvPr>
            <p:ph sz="quarter" idx="1"/>
          </p:nvPr>
        </p:nvSpPr>
        <p:spPr>
          <a:xfrm>
            <a:off x="0" y="1600200"/>
            <a:ext cx="3657600" cy="4572000"/>
          </a:xfrm>
        </p:spPr>
        <p:txBody>
          <a:bodyPr>
            <a:normAutofit fontScale="77500" lnSpcReduction="20000"/>
          </a:bodyPr>
          <a:lstStyle/>
          <a:p>
            <a:pPr>
              <a:defRPr/>
            </a:pPr>
            <a:r>
              <a:rPr lang="en-US" dirty="0"/>
              <a:t>Three types of vaccines have been proposed, with variations in each group:</a:t>
            </a:r>
          </a:p>
          <a:p>
            <a:pPr lvl="1">
              <a:defRPr/>
            </a:pPr>
            <a:r>
              <a:rPr lang="en-US" dirty="0"/>
              <a:t>Pre-</a:t>
            </a:r>
            <a:r>
              <a:rPr lang="en-US" dirty="0" err="1"/>
              <a:t>erthyrocytic</a:t>
            </a:r>
            <a:r>
              <a:rPr lang="en-US" dirty="0"/>
              <a:t> vaccines: the only truly “sterilizing” protection, but hard to generate enough antibody immunity (to prevent any infection) or CD8 immunity (to clear every single infected liver cell)</a:t>
            </a:r>
          </a:p>
          <a:p>
            <a:pPr lvl="1">
              <a:defRPr/>
            </a:pPr>
            <a:r>
              <a:rPr lang="en-US" dirty="0"/>
              <a:t>Blood-stage vaccine: designed to enhance clearance of infected red blood cells, therapeutic but not sterilizing</a:t>
            </a:r>
          </a:p>
          <a:p>
            <a:pPr lvl="1">
              <a:defRPr/>
            </a:pPr>
            <a:r>
              <a:rPr lang="en-US" dirty="0"/>
              <a:t>Gametocyte vaccines: Potentially strong antigen candidates and immune complexes can be carried to the mosquito—”altruistic vaccine”</a:t>
            </a:r>
          </a:p>
          <a:p>
            <a:pPr lvl="1">
              <a:defRPr/>
            </a:pPr>
            <a:endParaRPr lang="en-US" dirty="0"/>
          </a:p>
          <a:p>
            <a:pPr lvl="1">
              <a:defRPr/>
            </a:pPr>
            <a:endParaRPr lang="en-US" dirty="0"/>
          </a:p>
        </p:txBody>
      </p:sp>
      <p:pic>
        <p:nvPicPr>
          <p:cNvPr id="28676" name="Picture 2">
            <a:extLst>
              <a:ext uri="{FF2B5EF4-FFF2-40B4-BE49-F238E27FC236}">
                <a16:creationId xmlns:a16="http://schemas.microsoft.com/office/drawing/2014/main" id="{5194F90C-2D50-40E9-9C76-2AE9793B276A}"/>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3810000" y="838200"/>
            <a:ext cx="5089525" cy="5191125"/>
          </a:xfr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03CC9-38E6-44D8-BEE4-AE30BE9A4CDD}"/>
              </a:ext>
            </a:extLst>
          </p:cNvPr>
          <p:cNvSpPr>
            <a:spLocks noGrp="1"/>
          </p:cNvSpPr>
          <p:nvPr>
            <p:ph type="title"/>
          </p:nvPr>
        </p:nvSpPr>
        <p:spPr/>
        <p:txBody>
          <a:bodyPr/>
          <a:lstStyle/>
          <a:p>
            <a:pPr>
              <a:defRPr/>
            </a:pPr>
            <a:r>
              <a:rPr lang="en-US" dirty="0"/>
              <a:t>RTS,S Vaccine Approved for Stage III in Infants</a:t>
            </a:r>
          </a:p>
        </p:txBody>
      </p:sp>
      <p:sp>
        <p:nvSpPr>
          <p:cNvPr id="3" name="Content Placeholder 2">
            <a:extLst>
              <a:ext uri="{FF2B5EF4-FFF2-40B4-BE49-F238E27FC236}">
                <a16:creationId xmlns:a16="http://schemas.microsoft.com/office/drawing/2014/main" id="{5019F1E1-E66B-4E71-B6CC-D64EA8B5C01D}"/>
              </a:ext>
            </a:extLst>
          </p:cNvPr>
          <p:cNvSpPr>
            <a:spLocks noGrp="1"/>
          </p:cNvSpPr>
          <p:nvPr>
            <p:ph sz="quarter" idx="1"/>
          </p:nvPr>
        </p:nvSpPr>
        <p:spPr>
          <a:xfrm>
            <a:off x="0" y="1600200"/>
            <a:ext cx="3657600" cy="4572000"/>
          </a:xfrm>
        </p:spPr>
        <p:txBody>
          <a:bodyPr>
            <a:normAutofit lnSpcReduction="10000"/>
          </a:bodyPr>
          <a:lstStyle/>
          <a:p>
            <a:pPr>
              <a:defRPr/>
            </a:pPr>
            <a:r>
              <a:rPr lang="en-US" dirty="0"/>
              <a:t>The vaccine candidate farthest along is RTS,S, a pre-</a:t>
            </a:r>
            <a:r>
              <a:rPr lang="en-US" dirty="0" err="1"/>
              <a:t>erythrocytic</a:t>
            </a:r>
            <a:r>
              <a:rPr lang="en-US" dirty="0"/>
              <a:t> vaccine against the </a:t>
            </a:r>
            <a:r>
              <a:rPr lang="en-US" dirty="0" err="1"/>
              <a:t>circumsporozite</a:t>
            </a:r>
            <a:r>
              <a:rPr lang="en-US" dirty="0"/>
              <a:t> protein</a:t>
            </a:r>
          </a:p>
          <a:p>
            <a:pPr>
              <a:defRPr/>
            </a:pPr>
            <a:r>
              <a:rPr lang="en-US" dirty="0"/>
              <a:t>Mechanism is presumed to be antibody, but cellular responses have been shown</a:t>
            </a:r>
          </a:p>
          <a:p>
            <a:pPr>
              <a:defRPr/>
            </a:pPr>
            <a:r>
              <a:rPr lang="en-US" dirty="0"/>
              <a:t>Vaccine is </a:t>
            </a:r>
            <a:r>
              <a:rPr lang="en-US" dirty="0" err="1"/>
              <a:t>adjuvanted</a:t>
            </a:r>
            <a:r>
              <a:rPr lang="en-US" dirty="0"/>
              <a:t> and protein is linked to hepatitis B antigen</a:t>
            </a:r>
          </a:p>
        </p:txBody>
      </p:sp>
      <p:pic>
        <p:nvPicPr>
          <p:cNvPr id="29700" name="Picture 2">
            <a:extLst>
              <a:ext uri="{FF2B5EF4-FFF2-40B4-BE49-F238E27FC236}">
                <a16:creationId xmlns:a16="http://schemas.microsoft.com/office/drawing/2014/main" id="{34EA8E24-B53A-45F6-AB39-09940BEDD7FB}"/>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3352800" y="1295400"/>
            <a:ext cx="5673725" cy="5029200"/>
          </a:xfr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E6DBE-1788-449A-BBC9-A9939286105A}"/>
              </a:ext>
            </a:extLst>
          </p:cNvPr>
          <p:cNvSpPr>
            <a:spLocks noGrp="1"/>
          </p:cNvSpPr>
          <p:nvPr>
            <p:ph type="title"/>
          </p:nvPr>
        </p:nvSpPr>
        <p:spPr>
          <a:xfrm>
            <a:off x="228600" y="495300"/>
            <a:ext cx="4462463" cy="1143000"/>
          </a:xfrm>
        </p:spPr>
        <p:txBody>
          <a:bodyPr/>
          <a:lstStyle/>
          <a:p>
            <a:pPr>
              <a:defRPr/>
            </a:pPr>
            <a:r>
              <a:rPr lang="en-US" dirty="0"/>
              <a:t>RTS,S showed modest efficacy in infants</a:t>
            </a:r>
          </a:p>
        </p:txBody>
      </p:sp>
      <p:sp>
        <p:nvSpPr>
          <p:cNvPr id="30723" name="Content Placeholder 2">
            <a:extLst>
              <a:ext uri="{FF2B5EF4-FFF2-40B4-BE49-F238E27FC236}">
                <a16:creationId xmlns:a16="http://schemas.microsoft.com/office/drawing/2014/main" id="{546BF1DA-07DA-465D-B142-4DBDE80F7DFC}"/>
              </a:ext>
            </a:extLst>
          </p:cNvPr>
          <p:cNvSpPr>
            <a:spLocks noGrp="1"/>
          </p:cNvSpPr>
          <p:nvPr>
            <p:ph sz="quarter" idx="1"/>
          </p:nvPr>
        </p:nvSpPr>
        <p:spPr>
          <a:xfrm>
            <a:off x="457200" y="2203450"/>
            <a:ext cx="3657600" cy="3968750"/>
          </a:xfrm>
        </p:spPr>
        <p:txBody>
          <a:bodyPr/>
          <a:lstStyle/>
          <a:p>
            <a:r>
              <a:rPr lang="en-US" altLang="en-US"/>
              <a:t>~30% efficacy shown in latest trial</a:t>
            </a:r>
          </a:p>
          <a:p>
            <a:r>
              <a:rPr lang="en-US" altLang="en-US"/>
              <a:t>Generally viewed as disappointing, but still moving forward (previous trial had ~61% efficacy, but was much smaller and in a different transmission area)</a:t>
            </a:r>
          </a:p>
        </p:txBody>
      </p:sp>
      <p:sp>
        <p:nvSpPr>
          <p:cNvPr id="30724" name="Content Placeholder 3">
            <a:extLst>
              <a:ext uri="{FF2B5EF4-FFF2-40B4-BE49-F238E27FC236}">
                <a16:creationId xmlns:a16="http://schemas.microsoft.com/office/drawing/2014/main" id="{91B64E67-2BFC-46E6-8BB2-47AD36EA86DD}"/>
              </a:ext>
            </a:extLst>
          </p:cNvPr>
          <p:cNvSpPr>
            <a:spLocks noGrp="1"/>
          </p:cNvSpPr>
          <p:nvPr>
            <p:ph sz="quarter" idx="2"/>
          </p:nvPr>
        </p:nvSpPr>
        <p:spPr>
          <a:xfrm>
            <a:off x="4270375" y="1600200"/>
            <a:ext cx="3657600" cy="4572000"/>
          </a:xfrm>
        </p:spPr>
        <p:txBody>
          <a:bodyPr/>
          <a:lstStyle/>
          <a:p>
            <a:endParaRPr lang="en-US" altLang="en-US"/>
          </a:p>
        </p:txBody>
      </p:sp>
      <p:pic>
        <p:nvPicPr>
          <p:cNvPr id="30725" name="Picture 5">
            <a:extLst>
              <a:ext uri="{FF2B5EF4-FFF2-40B4-BE49-F238E27FC236}">
                <a16:creationId xmlns:a16="http://schemas.microsoft.com/office/drawing/2014/main" id="{1452EDB6-876D-4155-8839-EA40F2DE07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9088" y="1066800"/>
            <a:ext cx="4714875" cy="227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6" name="Picture 6">
            <a:extLst>
              <a:ext uri="{FF2B5EF4-FFF2-40B4-BE49-F238E27FC236}">
                <a16:creationId xmlns:a16="http://schemas.microsoft.com/office/drawing/2014/main" id="{BF80E968-1A3C-422A-9E2D-83C76542C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3341688"/>
            <a:ext cx="4148138" cy="299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7" name="Picture 7">
            <a:extLst>
              <a:ext uri="{FF2B5EF4-FFF2-40B4-BE49-F238E27FC236}">
                <a16:creationId xmlns:a16="http://schemas.microsoft.com/office/drawing/2014/main" id="{1071DD72-3A37-4C4F-B121-9D91501EA5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1063" y="914400"/>
            <a:ext cx="38004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8" name="TextBox 2">
            <a:extLst>
              <a:ext uri="{FF2B5EF4-FFF2-40B4-BE49-F238E27FC236}">
                <a16:creationId xmlns:a16="http://schemas.microsoft.com/office/drawing/2014/main" id="{F058C7D2-0F73-47CF-8D53-09AD52F7D992}"/>
              </a:ext>
            </a:extLst>
          </p:cNvPr>
          <p:cNvSpPr txBox="1">
            <a:spLocks noChangeArrowheads="1"/>
          </p:cNvSpPr>
          <p:nvPr/>
        </p:nvSpPr>
        <p:spPr bwMode="auto">
          <a:xfrm>
            <a:off x="457200" y="6172200"/>
            <a:ext cx="76358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orbel" panose="020B0503020204020204" pitchFamily="34"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orbel" panose="020B0503020204020204" pitchFamily="34" charset="0"/>
              </a:defRPr>
            </a:lvl2pPr>
            <a:lvl3pPr marL="1143000" indent="-228600">
              <a:spcBef>
                <a:spcPct val="20000"/>
              </a:spcBef>
              <a:buClr>
                <a:srgbClr val="82A0B9"/>
              </a:buClr>
              <a:buSzPct val="60000"/>
              <a:buFont typeface="Wingdings" panose="05000000000000000000" pitchFamily="2" charset="2"/>
              <a:buChar char=""/>
              <a:defRPr>
                <a:solidFill>
                  <a:schemeClr val="tx1"/>
                </a:solidFill>
                <a:latin typeface="Corbel" panose="020B0503020204020204" pitchFamily="34" charset="0"/>
              </a:defRPr>
            </a:lvl3pPr>
            <a:lvl4pPr marL="1600200" indent="-228600">
              <a:spcBef>
                <a:spcPct val="20000"/>
              </a:spcBef>
              <a:buClr>
                <a:srgbClr val="C8D7E5"/>
              </a:buClr>
              <a:buSzPct val="60000"/>
              <a:buFont typeface="Wingdings" panose="05000000000000000000" pitchFamily="2" charset="2"/>
              <a:buChar char=""/>
              <a:defRPr>
                <a:solidFill>
                  <a:schemeClr val="tx1"/>
                </a:solidFill>
                <a:latin typeface="Corbel" panose="020B0503020204020204" pitchFamily="34" charset="0"/>
              </a:defRPr>
            </a:lvl4pPr>
            <a:lvl5pPr marL="2057400" indent="-228600">
              <a:spcBef>
                <a:spcPct val="20000"/>
              </a:spcBef>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5pPr>
            <a:lvl6pPr marL="25146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6pPr>
            <a:lvl7pPr marL="29718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7pPr>
            <a:lvl8pPr marL="34290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8pPr>
            <a:lvl9pPr marL="3886200" indent="-228600" eaLnBrk="0" fontAlgn="base" hangingPunct="0">
              <a:spcBef>
                <a:spcPct val="20000"/>
              </a:spcBef>
              <a:spcAft>
                <a:spcPct val="0"/>
              </a:spcAft>
              <a:buClr>
                <a:srgbClr val="EBC0B1"/>
              </a:buClr>
              <a:buSzPct val="68000"/>
              <a:buFont typeface="Wingdings 2" panose="05020102010507070707" pitchFamily="18" charset="2"/>
              <a:buChar char=""/>
              <a:defRPr sz="1600">
                <a:solidFill>
                  <a:schemeClr val="tx1"/>
                </a:solidFill>
                <a:latin typeface="Corbel" panose="020B0503020204020204" pitchFamily="34" charset="0"/>
              </a:defRPr>
            </a:lvl9pPr>
          </a:lstStyle>
          <a:p>
            <a:pPr eaLnBrk="1" hangingPunct="1">
              <a:spcBef>
                <a:spcPct val="0"/>
              </a:spcBef>
              <a:buClrTx/>
              <a:buSzTx/>
              <a:buFontTx/>
              <a:buNone/>
            </a:pPr>
            <a:r>
              <a:rPr lang="en-US" altLang="en-US" sz="1800">
                <a:latin typeface="Arial" panose="020B0604020202020204" pitchFamily="34" charset="0"/>
              </a:rPr>
              <a:t>Late 2013 results—47% efficacy in children over longer follow up</a:t>
            </a:r>
          </a:p>
          <a:p>
            <a:pPr eaLnBrk="1" hangingPunct="1">
              <a:spcBef>
                <a:spcPct val="0"/>
              </a:spcBef>
              <a:buClrTx/>
              <a:buSzTx/>
              <a:buFontTx/>
              <a:buNone/>
            </a:pPr>
            <a:r>
              <a:rPr lang="en-US" altLang="en-US" sz="1800">
                <a:latin typeface="Arial" panose="020B0604020202020204" pitchFamily="34" charset="0"/>
              </a:rPr>
              <a:t>2019—target rollout in 3 sub-Saharan countries for childhood vaccination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E75CC-FCF4-4B3C-840E-0CCF4FCCAB05}"/>
              </a:ext>
            </a:extLst>
          </p:cNvPr>
          <p:cNvSpPr>
            <a:spLocks noGrp="1"/>
          </p:cNvSpPr>
          <p:nvPr>
            <p:ph type="title"/>
          </p:nvPr>
        </p:nvSpPr>
        <p:spPr/>
        <p:txBody>
          <a:bodyPr/>
          <a:lstStyle/>
          <a:p>
            <a:pPr>
              <a:defRPr/>
            </a:pPr>
            <a:endParaRPr lang="en-US"/>
          </a:p>
        </p:txBody>
      </p:sp>
      <p:sp>
        <p:nvSpPr>
          <p:cNvPr id="31747" name="Content Placeholder 2">
            <a:extLst>
              <a:ext uri="{FF2B5EF4-FFF2-40B4-BE49-F238E27FC236}">
                <a16:creationId xmlns:a16="http://schemas.microsoft.com/office/drawing/2014/main" id="{B249CF17-F0BB-480C-B7AB-99F6F286776A}"/>
              </a:ext>
            </a:extLst>
          </p:cNvPr>
          <p:cNvSpPr>
            <a:spLocks noGrp="1"/>
          </p:cNvSpPr>
          <p:nvPr>
            <p:ph sz="quarter" idx="1"/>
          </p:nvPr>
        </p:nvSpPr>
        <p:spPr/>
        <p:txBody>
          <a:bodyPr/>
          <a:lstStyle/>
          <a:p>
            <a:endParaRPr lang="en-US" altLang="en-US"/>
          </a:p>
        </p:txBody>
      </p:sp>
      <p:sp>
        <p:nvSpPr>
          <p:cNvPr id="31748" name="Content Placeholder 3">
            <a:extLst>
              <a:ext uri="{FF2B5EF4-FFF2-40B4-BE49-F238E27FC236}">
                <a16:creationId xmlns:a16="http://schemas.microsoft.com/office/drawing/2014/main" id="{9957ECA2-08AF-4188-9E53-6ABA059A8D0B}"/>
              </a:ext>
            </a:extLst>
          </p:cNvPr>
          <p:cNvSpPr>
            <a:spLocks noGrp="1"/>
          </p:cNvSpPr>
          <p:nvPr>
            <p:ph sz="quarter" idx="2"/>
          </p:nvPr>
        </p:nvSpPr>
        <p:spPr>
          <a:xfrm>
            <a:off x="4270375" y="1600200"/>
            <a:ext cx="3657600" cy="4572000"/>
          </a:xfrm>
        </p:spPr>
        <p:txBody>
          <a:bodyPr/>
          <a:lstStyle/>
          <a:p>
            <a:endParaRPr lang="en-US" altLang="en-US"/>
          </a:p>
        </p:txBody>
      </p:sp>
      <p:pic>
        <p:nvPicPr>
          <p:cNvPr id="31749" name="Picture 2">
            <a:extLst>
              <a:ext uri="{FF2B5EF4-FFF2-40B4-BE49-F238E27FC236}">
                <a16:creationId xmlns:a16="http://schemas.microsoft.com/office/drawing/2014/main" id="{151CAC96-73CF-447D-8E43-258B265DF2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211263"/>
            <a:ext cx="6629400" cy="56467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750" name="Picture 3">
            <a:extLst>
              <a:ext uri="{FF2B5EF4-FFF2-40B4-BE49-F238E27FC236}">
                <a16:creationId xmlns:a16="http://schemas.microsoft.com/office/drawing/2014/main" id="{005282DF-ABD4-43AA-AF60-96E5E6117A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3" y="0"/>
            <a:ext cx="7743825" cy="1319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751" name="Picture 4">
            <a:extLst>
              <a:ext uri="{FF2B5EF4-FFF2-40B4-BE49-F238E27FC236}">
                <a16:creationId xmlns:a16="http://schemas.microsoft.com/office/drawing/2014/main" id="{E136E0B4-1EC7-48A0-87F0-AF8FF7F95A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1963" y="1011238"/>
            <a:ext cx="738187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6BE14-C15F-477D-A969-E6A4EF6AC11B}"/>
              </a:ext>
            </a:extLst>
          </p:cNvPr>
          <p:cNvSpPr>
            <a:spLocks noGrp="1"/>
          </p:cNvSpPr>
          <p:nvPr>
            <p:ph type="title"/>
          </p:nvPr>
        </p:nvSpPr>
        <p:spPr/>
        <p:txBody>
          <a:bodyPr/>
          <a:lstStyle/>
          <a:p>
            <a:pPr>
              <a:defRPr/>
            </a:pPr>
            <a:r>
              <a:rPr lang="en-US" dirty="0"/>
              <a:t>Math Modeling and Malaria</a:t>
            </a:r>
          </a:p>
        </p:txBody>
      </p:sp>
      <p:sp>
        <p:nvSpPr>
          <p:cNvPr id="33795" name="Content Placeholder 2">
            <a:extLst>
              <a:ext uri="{FF2B5EF4-FFF2-40B4-BE49-F238E27FC236}">
                <a16:creationId xmlns:a16="http://schemas.microsoft.com/office/drawing/2014/main" id="{15F4C1D5-C72F-4C21-A12A-9A43245F4B5E}"/>
              </a:ext>
            </a:extLst>
          </p:cNvPr>
          <p:cNvSpPr>
            <a:spLocks noGrp="1"/>
          </p:cNvSpPr>
          <p:nvPr>
            <p:ph sz="quarter" idx="1"/>
          </p:nvPr>
        </p:nvSpPr>
        <p:spPr>
          <a:xfrm>
            <a:off x="457200" y="1600200"/>
            <a:ext cx="7391400" cy="4572000"/>
          </a:xfrm>
        </p:spPr>
        <p:txBody>
          <a:bodyPr/>
          <a:lstStyle/>
          <a:p>
            <a:r>
              <a:rPr lang="en-US" altLang="en-US" dirty="0"/>
              <a:t>Transmission models have contributed substantially to the understanding of malaria control</a:t>
            </a:r>
          </a:p>
          <a:p>
            <a:r>
              <a:rPr lang="en-US" altLang="en-US" dirty="0"/>
              <a:t>Within host modeling is crucial to determine the potential efficacy of the three types of vaccine candidates</a:t>
            </a:r>
          </a:p>
          <a:p>
            <a:r>
              <a:rPr lang="en-US" altLang="en-US" dirty="0"/>
              <a:t>The “threshold” effects of malaria infection (immunity is helpful in endemic regions, but requires frequent low grade re-infection) are particularly suited to a quantitative approach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159F8-BDF7-9321-95C4-D6A6C24B8B18}"/>
              </a:ext>
            </a:extLst>
          </p:cNvPr>
          <p:cNvSpPr>
            <a:spLocks noGrp="1"/>
          </p:cNvSpPr>
          <p:nvPr>
            <p:ph type="title"/>
          </p:nvPr>
        </p:nvSpPr>
        <p:spPr/>
        <p:txBody>
          <a:bodyPr/>
          <a:lstStyle/>
          <a:p>
            <a:r>
              <a:rPr lang="en-US" dirty="0" err="1"/>
              <a:t>Trypanasoma</a:t>
            </a:r>
            <a:r>
              <a:rPr lang="en-US" dirty="0"/>
              <a:t> Cruzi</a:t>
            </a:r>
          </a:p>
        </p:txBody>
      </p:sp>
      <p:pic>
        <p:nvPicPr>
          <p:cNvPr id="6" name="Content Placeholder 5" descr="A diagram of a bug&#10;&#10;AI-generated content may be incorrect.">
            <a:extLst>
              <a:ext uri="{FF2B5EF4-FFF2-40B4-BE49-F238E27FC236}">
                <a16:creationId xmlns:a16="http://schemas.microsoft.com/office/drawing/2014/main" id="{0C63E9E0-B635-22B8-7B39-7B1C9F2E4904}"/>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962399" y="533400"/>
            <a:ext cx="4771223" cy="6066487"/>
          </a:xfrm>
        </p:spPr>
      </p:pic>
      <p:sp>
        <p:nvSpPr>
          <p:cNvPr id="4" name="Content Placeholder 3">
            <a:extLst>
              <a:ext uri="{FF2B5EF4-FFF2-40B4-BE49-F238E27FC236}">
                <a16:creationId xmlns:a16="http://schemas.microsoft.com/office/drawing/2014/main" id="{05118A24-AF4B-88E1-7450-2E7912B788D7}"/>
              </a:ext>
            </a:extLst>
          </p:cNvPr>
          <p:cNvSpPr>
            <a:spLocks noGrp="1"/>
          </p:cNvSpPr>
          <p:nvPr>
            <p:ph sz="quarter" idx="2"/>
          </p:nvPr>
        </p:nvSpPr>
        <p:spPr/>
        <p:txBody>
          <a:bodyPr/>
          <a:lstStyle/>
          <a:p>
            <a:endParaRPr lang="en-US"/>
          </a:p>
        </p:txBody>
      </p:sp>
      <p:sp>
        <p:nvSpPr>
          <p:cNvPr id="11" name="Content Placeholder 2">
            <a:extLst>
              <a:ext uri="{FF2B5EF4-FFF2-40B4-BE49-F238E27FC236}">
                <a16:creationId xmlns:a16="http://schemas.microsoft.com/office/drawing/2014/main" id="{A26106C4-2616-E70C-F630-AB143AFADBC7}"/>
              </a:ext>
            </a:extLst>
          </p:cNvPr>
          <p:cNvSpPr txBox="1">
            <a:spLocks/>
          </p:cNvSpPr>
          <p:nvPr/>
        </p:nvSpPr>
        <p:spPr bwMode="auto">
          <a:xfrm>
            <a:off x="457200" y="1600200"/>
            <a:ext cx="3200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82A0B9"/>
              </a:buClr>
              <a:buSzPct val="60000"/>
              <a:buFont typeface="Wingdings" panose="05000000000000000000"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C8D7E5"/>
              </a:buClr>
              <a:buSzPct val="60000"/>
              <a:buFont typeface="Wingdings" panose="05000000000000000000"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EBC0B1"/>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en-US" altLang="en-US" dirty="0"/>
              <a:t>Protozoan parasite</a:t>
            </a:r>
          </a:p>
          <a:p>
            <a:r>
              <a:rPr lang="en-US" altLang="en-US" dirty="0"/>
              <a:t>Complex life cycle initiated by triatomine bite</a:t>
            </a:r>
          </a:p>
          <a:p>
            <a:r>
              <a:rPr lang="en-US" altLang="en-US" dirty="0"/>
              <a:t>Long term causative agent of cardiomyopathy</a:t>
            </a:r>
          </a:p>
          <a:p>
            <a:r>
              <a:rPr lang="en-US" altLang="en-US" dirty="0"/>
              <a:t>Limited treatment options and confusion over pathogenesis</a:t>
            </a:r>
          </a:p>
        </p:txBody>
      </p:sp>
    </p:spTree>
    <p:extLst>
      <p:ext uri="{BB962C8B-B14F-4D97-AF65-F5344CB8AC3E}">
        <p14:creationId xmlns:p14="http://schemas.microsoft.com/office/powerpoint/2010/main" val="1450250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9A499-AA87-4672-E695-C00BAF6BF0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D67E6A-262D-5F4B-3D6F-DA8302BA4201}"/>
              </a:ext>
            </a:extLst>
          </p:cNvPr>
          <p:cNvSpPr>
            <a:spLocks noGrp="1"/>
          </p:cNvSpPr>
          <p:nvPr>
            <p:ph sz="quarter" idx="1"/>
          </p:nvPr>
        </p:nvSpPr>
        <p:spPr/>
        <p:txBody>
          <a:bodyPr/>
          <a:lstStyle/>
          <a:p>
            <a:endParaRPr lang="en-US"/>
          </a:p>
        </p:txBody>
      </p:sp>
      <p:sp>
        <p:nvSpPr>
          <p:cNvPr id="4" name="Content Placeholder 3">
            <a:extLst>
              <a:ext uri="{FF2B5EF4-FFF2-40B4-BE49-F238E27FC236}">
                <a16:creationId xmlns:a16="http://schemas.microsoft.com/office/drawing/2014/main" id="{DD402BC3-79EA-1CFC-B83E-D6DFD36DF665}"/>
              </a:ext>
            </a:extLst>
          </p:cNvPr>
          <p:cNvSpPr>
            <a:spLocks noGrp="1"/>
          </p:cNvSpPr>
          <p:nvPr>
            <p:ph sz="quarter" idx="2"/>
          </p:nvPr>
        </p:nvSpPr>
        <p:spPr/>
        <p:txBody>
          <a:bodyPr/>
          <a:lstStyle/>
          <a:p>
            <a:endParaRPr lang="en-US"/>
          </a:p>
        </p:txBody>
      </p:sp>
      <p:pic>
        <p:nvPicPr>
          <p:cNvPr id="8" name="Picture 7">
            <a:extLst>
              <a:ext uri="{FF2B5EF4-FFF2-40B4-BE49-F238E27FC236}">
                <a16:creationId xmlns:a16="http://schemas.microsoft.com/office/drawing/2014/main" id="{FA3C2698-EF76-391E-A75D-DD1D5E0098C5}"/>
              </a:ext>
            </a:extLst>
          </p:cNvPr>
          <p:cNvPicPr>
            <a:picLocks noChangeAspect="1"/>
          </p:cNvPicPr>
          <p:nvPr/>
        </p:nvPicPr>
        <p:blipFill>
          <a:blip r:embed="rId2"/>
          <a:stretch>
            <a:fillRect/>
          </a:stretch>
        </p:blipFill>
        <p:spPr>
          <a:xfrm>
            <a:off x="0" y="1600713"/>
            <a:ext cx="9144000" cy="3656574"/>
          </a:xfrm>
          <a:prstGeom prst="rect">
            <a:avLst/>
          </a:prstGeom>
        </p:spPr>
      </p:pic>
    </p:spTree>
    <p:extLst>
      <p:ext uri="{BB962C8B-B14F-4D97-AF65-F5344CB8AC3E}">
        <p14:creationId xmlns:p14="http://schemas.microsoft.com/office/powerpoint/2010/main" val="2725513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9E050-10C2-F755-FE7E-BF02AF424AD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E912B9-3DFE-B3DC-692E-46D445DE082B}"/>
              </a:ext>
            </a:extLst>
          </p:cNvPr>
          <p:cNvSpPr>
            <a:spLocks noGrp="1"/>
          </p:cNvSpPr>
          <p:nvPr>
            <p:ph sz="quarter" idx="1"/>
          </p:nvPr>
        </p:nvSpPr>
        <p:spPr/>
        <p:txBody>
          <a:bodyPr/>
          <a:lstStyle/>
          <a:p>
            <a:endParaRPr lang="en-US"/>
          </a:p>
        </p:txBody>
      </p:sp>
      <p:sp>
        <p:nvSpPr>
          <p:cNvPr id="4" name="Content Placeholder 3">
            <a:extLst>
              <a:ext uri="{FF2B5EF4-FFF2-40B4-BE49-F238E27FC236}">
                <a16:creationId xmlns:a16="http://schemas.microsoft.com/office/drawing/2014/main" id="{7A7832A9-4A6A-2482-A3A9-FED7BA7BE437}"/>
              </a:ext>
            </a:extLst>
          </p:cNvPr>
          <p:cNvSpPr>
            <a:spLocks noGrp="1"/>
          </p:cNvSpPr>
          <p:nvPr>
            <p:ph sz="quarter" idx="2"/>
          </p:nvPr>
        </p:nvSpPr>
        <p:spPr/>
        <p:txBody>
          <a:bodyPr/>
          <a:lstStyle/>
          <a:p>
            <a:endParaRPr lang="en-US"/>
          </a:p>
        </p:txBody>
      </p:sp>
      <p:pic>
        <p:nvPicPr>
          <p:cNvPr id="10" name="Picture 9">
            <a:extLst>
              <a:ext uri="{FF2B5EF4-FFF2-40B4-BE49-F238E27FC236}">
                <a16:creationId xmlns:a16="http://schemas.microsoft.com/office/drawing/2014/main" id="{2B214DC2-4ECE-A16F-D116-E24BB2F5D267}"/>
              </a:ext>
            </a:extLst>
          </p:cNvPr>
          <p:cNvPicPr>
            <a:picLocks noChangeAspect="1"/>
          </p:cNvPicPr>
          <p:nvPr/>
        </p:nvPicPr>
        <p:blipFill>
          <a:blip r:embed="rId2"/>
          <a:stretch>
            <a:fillRect/>
          </a:stretch>
        </p:blipFill>
        <p:spPr>
          <a:xfrm>
            <a:off x="882516" y="274638"/>
            <a:ext cx="6616345" cy="3452604"/>
          </a:xfrm>
          <a:prstGeom prst="rect">
            <a:avLst/>
          </a:prstGeom>
        </p:spPr>
      </p:pic>
      <p:pic>
        <p:nvPicPr>
          <p:cNvPr id="6" name="Picture 5">
            <a:extLst>
              <a:ext uri="{FF2B5EF4-FFF2-40B4-BE49-F238E27FC236}">
                <a16:creationId xmlns:a16="http://schemas.microsoft.com/office/drawing/2014/main" id="{D5AC20A3-7289-EF1D-8134-CBD4AFF75A37}"/>
              </a:ext>
            </a:extLst>
          </p:cNvPr>
          <p:cNvPicPr>
            <a:picLocks noChangeAspect="1"/>
          </p:cNvPicPr>
          <p:nvPr/>
        </p:nvPicPr>
        <p:blipFill>
          <a:blip r:embed="rId3"/>
          <a:stretch>
            <a:fillRect/>
          </a:stretch>
        </p:blipFill>
        <p:spPr>
          <a:xfrm>
            <a:off x="854974" y="3693401"/>
            <a:ext cx="6215632" cy="3191223"/>
          </a:xfrm>
          <a:prstGeom prst="rect">
            <a:avLst/>
          </a:prstGeom>
        </p:spPr>
      </p:pic>
    </p:spTree>
    <p:extLst>
      <p:ext uri="{BB962C8B-B14F-4D97-AF65-F5344CB8AC3E}">
        <p14:creationId xmlns:p14="http://schemas.microsoft.com/office/powerpoint/2010/main" val="3698647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D9DAC-31CB-4511-9C01-A9E01C207182}"/>
              </a:ext>
            </a:extLst>
          </p:cNvPr>
          <p:cNvSpPr>
            <a:spLocks noGrp="1"/>
          </p:cNvSpPr>
          <p:nvPr>
            <p:ph type="title"/>
          </p:nvPr>
        </p:nvSpPr>
        <p:spPr/>
        <p:txBody>
          <a:bodyPr/>
          <a:lstStyle/>
          <a:p>
            <a:r>
              <a:rPr lang="en-US" dirty="0"/>
              <a:t>The Burden of Helminth Infections</a:t>
            </a:r>
          </a:p>
        </p:txBody>
      </p:sp>
      <p:sp>
        <p:nvSpPr>
          <p:cNvPr id="3" name="Content Placeholder 2">
            <a:extLst>
              <a:ext uri="{FF2B5EF4-FFF2-40B4-BE49-F238E27FC236}">
                <a16:creationId xmlns:a16="http://schemas.microsoft.com/office/drawing/2014/main" id="{2A970703-27E2-44FE-8B36-17A4F4F3D0BF}"/>
              </a:ext>
            </a:extLst>
          </p:cNvPr>
          <p:cNvSpPr>
            <a:spLocks noGrp="1"/>
          </p:cNvSpPr>
          <p:nvPr>
            <p:ph sz="quarter" idx="1"/>
          </p:nvPr>
        </p:nvSpPr>
        <p:spPr>
          <a:xfrm>
            <a:off x="457200" y="1600200"/>
            <a:ext cx="3200400" cy="4873752"/>
          </a:xfrm>
        </p:spPr>
        <p:txBody>
          <a:bodyPr/>
          <a:lstStyle/>
          <a:p>
            <a:r>
              <a:rPr lang="en-US" dirty="0"/>
              <a:t>After malaria, helminths represent the biggest DALY-impact of a parasitic infection in human populations</a:t>
            </a:r>
          </a:p>
          <a:p>
            <a:r>
              <a:rPr lang="en-US" dirty="0"/>
              <a:t>Multiple life cycles drive distinct pathological outcomes</a:t>
            </a:r>
          </a:p>
        </p:txBody>
      </p:sp>
      <p:pic>
        <p:nvPicPr>
          <p:cNvPr id="4" name="Picture 3">
            <a:extLst>
              <a:ext uri="{FF2B5EF4-FFF2-40B4-BE49-F238E27FC236}">
                <a16:creationId xmlns:a16="http://schemas.microsoft.com/office/drawing/2014/main" id="{E3381B62-CD8A-4A31-9464-AFE1F87653EB}"/>
              </a:ext>
            </a:extLst>
          </p:cNvPr>
          <p:cNvPicPr>
            <a:picLocks noChangeAspect="1"/>
          </p:cNvPicPr>
          <p:nvPr/>
        </p:nvPicPr>
        <p:blipFill>
          <a:blip r:embed="rId2"/>
          <a:stretch>
            <a:fillRect/>
          </a:stretch>
        </p:blipFill>
        <p:spPr>
          <a:xfrm>
            <a:off x="3886200" y="1635329"/>
            <a:ext cx="4419600" cy="4278434"/>
          </a:xfrm>
          <a:prstGeom prst="rect">
            <a:avLst/>
          </a:prstGeom>
        </p:spPr>
      </p:pic>
    </p:spTree>
    <p:extLst>
      <p:ext uri="{BB962C8B-B14F-4D97-AF65-F5344CB8AC3E}">
        <p14:creationId xmlns:p14="http://schemas.microsoft.com/office/powerpoint/2010/main" val="2468718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04F8E-2527-4151-91BA-5FBF182CD557}"/>
              </a:ext>
            </a:extLst>
          </p:cNvPr>
          <p:cNvSpPr>
            <a:spLocks noGrp="1"/>
          </p:cNvSpPr>
          <p:nvPr>
            <p:ph type="title"/>
          </p:nvPr>
        </p:nvSpPr>
        <p:spPr/>
        <p:txBody>
          <a:bodyPr/>
          <a:lstStyle/>
          <a:p>
            <a:r>
              <a:rPr lang="en-US" dirty="0"/>
              <a:t>Schistosoma Life Cycle</a:t>
            </a:r>
          </a:p>
        </p:txBody>
      </p:sp>
      <p:sp>
        <p:nvSpPr>
          <p:cNvPr id="3" name="Content Placeholder 2">
            <a:extLst>
              <a:ext uri="{FF2B5EF4-FFF2-40B4-BE49-F238E27FC236}">
                <a16:creationId xmlns:a16="http://schemas.microsoft.com/office/drawing/2014/main" id="{82E74467-7D56-4863-8A58-DBCEF1D2C632}"/>
              </a:ext>
            </a:extLst>
          </p:cNvPr>
          <p:cNvSpPr>
            <a:spLocks noGrp="1"/>
          </p:cNvSpPr>
          <p:nvPr>
            <p:ph sz="quarter" idx="1"/>
          </p:nvPr>
        </p:nvSpPr>
        <p:spPr/>
        <p:txBody>
          <a:bodyPr/>
          <a:lstStyle/>
          <a:p>
            <a:endParaRPr lang="en-US"/>
          </a:p>
        </p:txBody>
      </p:sp>
      <p:pic>
        <p:nvPicPr>
          <p:cNvPr id="4" name="Picture 3">
            <a:extLst>
              <a:ext uri="{FF2B5EF4-FFF2-40B4-BE49-F238E27FC236}">
                <a16:creationId xmlns:a16="http://schemas.microsoft.com/office/drawing/2014/main" id="{B11C3B78-D649-46E7-817E-892CBDAC8EBF}"/>
              </a:ext>
            </a:extLst>
          </p:cNvPr>
          <p:cNvPicPr>
            <a:picLocks noChangeAspect="1"/>
          </p:cNvPicPr>
          <p:nvPr/>
        </p:nvPicPr>
        <p:blipFill>
          <a:blip r:embed="rId2"/>
          <a:stretch>
            <a:fillRect/>
          </a:stretch>
        </p:blipFill>
        <p:spPr>
          <a:xfrm>
            <a:off x="1438957" y="1642554"/>
            <a:ext cx="5504085" cy="5029200"/>
          </a:xfrm>
          <a:prstGeom prst="rect">
            <a:avLst/>
          </a:prstGeom>
        </p:spPr>
      </p:pic>
    </p:spTree>
    <p:extLst>
      <p:ext uri="{BB962C8B-B14F-4D97-AF65-F5344CB8AC3E}">
        <p14:creationId xmlns:p14="http://schemas.microsoft.com/office/powerpoint/2010/main" val="3390648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7E20A-FD9E-47E5-A78E-150FF7FD9E33}"/>
              </a:ext>
            </a:extLst>
          </p:cNvPr>
          <p:cNvSpPr>
            <a:spLocks noGrp="1"/>
          </p:cNvSpPr>
          <p:nvPr>
            <p:ph type="title"/>
          </p:nvPr>
        </p:nvSpPr>
        <p:spPr>
          <a:xfrm>
            <a:off x="473498" y="183357"/>
            <a:ext cx="7467600" cy="1143000"/>
          </a:xfrm>
        </p:spPr>
        <p:txBody>
          <a:bodyPr/>
          <a:lstStyle/>
          <a:p>
            <a:r>
              <a:rPr lang="en-US" dirty="0"/>
              <a:t>Hookworm Life Cycles</a:t>
            </a:r>
          </a:p>
        </p:txBody>
      </p:sp>
      <p:sp>
        <p:nvSpPr>
          <p:cNvPr id="3" name="Content Placeholder 2">
            <a:extLst>
              <a:ext uri="{FF2B5EF4-FFF2-40B4-BE49-F238E27FC236}">
                <a16:creationId xmlns:a16="http://schemas.microsoft.com/office/drawing/2014/main" id="{C13514A7-D0D1-457B-85EA-599AFB1EB529}"/>
              </a:ext>
            </a:extLst>
          </p:cNvPr>
          <p:cNvSpPr>
            <a:spLocks noGrp="1"/>
          </p:cNvSpPr>
          <p:nvPr>
            <p:ph sz="quarter" idx="1"/>
          </p:nvPr>
        </p:nvSpPr>
        <p:spPr/>
        <p:txBody>
          <a:bodyPr/>
          <a:lstStyle/>
          <a:p>
            <a:endParaRPr lang="en-US"/>
          </a:p>
        </p:txBody>
      </p:sp>
      <p:pic>
        <p:nvPicPr>
          <p:cNvPr id="4" name="Picture 3">
            <a:extLst>
              <a:ext uri="{FF2B5EF4-FFF2-40B4-BE49-F238E27FC236}">
                <a16:creationId xmlns:a16="http://schemas.microsoft.com/office/drawing/2014/main" id="{C22DB6A6-752D-43A7-B8AE-C701E7AD02B9}"/>
              </a:ext>
            </a:extLst>
          </p:cNvPr>
          <p:cNvPicPr>
            <a:picLocks noChangeAspect="1"/>
          </p:cNvPicPr>
          <p:nvPr/>
        </p:nvPicPr>
        <p:blipFill>
          <a:blip r:embed="rId2"/>
          <a:stretch>
            <a:fillRect/>
          </a:stretch>
        </p:blipFill>
        <p:spPr>
          <a:xfrm>
            <a:off x="1066800" y="1417638"/>
            <a:ext cx="6094942" cy="5056314"/>
          </a:xfrm>
          <a:prstGeom prst="rect">
            <a:avLst/>
          </a:prstGeom>
        </p:spPr>
      </p:pic>
    </p:spTree>
    <p:extLst>
      <p:ext uri="{BB962C8B-B14F-4D97-AF65-F5344CB8AC3E}">
        <p14:creationId xmlns:p14="http://schemas.microsoft.com/office/powerpoint/2010/main" val="3487285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E4FC7-C218-43B4-B4F8-4D7A77761289}"/>
              </a:ext>
            </a:extLst>
          </p:cNvPr>
          <p:cNvSpPr>
            <a:spLocks noGrp="1"/>
          </p:cNvSpPr>
          <p:nvPr>
            <p:ph type="title"/>
          </p:nvPr>
        </p:nvSpPr>
        <p:spPr/>
        <p:txBody>
          <a:bodyPr/>
          <a:lstStyle/>
          <a:p>
            <a:r>
              <a:rPr lang="en-US" dirty="0"/>
              <a:t>Taenia Life cycle</a:t>
            </a:r>
          </a:p>
        </p:txBody>
      </p:sp>
      <p:pic>
        <p:nvPicPr>
          <p:cNvPr id="4" name="Content Placeholder 3">
            <a:extLst>
              <a:ext uri="{FF2B5EF4-FFF2-40B4-BE49-F238E27FC236}">
                <a16:creationId xmlns:a16="http://schemas.microsoft.com/office/drawing/2014/main" id="{9049D88E-D808-4861-A79F-FCCA3E1F9AE4}"/>
              </a:ext>
            </a:extLst>
          </p:cNvPr>
          <p:cNvPicPr>
            <a:picLocks noGrp="1" noChangeAspect="1"/>
          </p:cNvPicPr>
          <p:nvPr>
            <p:ph sz="quarter" idx="1"/>
          </p:nvPr>
        </p:nvPicPr>
        <p:blipFill>
          <a:blip r:embed="rId2"/>
          <a:stretch>
            <a:fillRect/>
          </a:stretch>
        </p:blipFill>
        <p:spPr>
          <a:xfrm>
            <a:off x="961574" y="1745930"/>
            <a:ext cx="6458851" cy="4582164"/>
          </a:xfrm>
          <a:prstGeom prst="rect">
            <a:avLst/>
          </a:prstGeom>
        </p:spPr>
      </p:pic>
    </p:spTree>
    <p:extLst>
      <p:ext uri="{BB962C8B-B14F-4D97-AF65-F5344CB8AC3E}">
        <p14:creationId xmlns:p14="http://schemas.microsoft.com/office/powerpoint/2010/main" val="2992490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54E5B-52CD-4D1A-A264-225F3659508C}"/>
              </a:ext>
            </a:extLst>
          </p:cNvPr>
          <p:cNvSpPr>
            <a:spLocks noGrp="1"/>
          </p:cNvSpPr>
          <p:nvPr>
            <p:ph type="title"/>
          </p:nvPr>
        </p:nvSpPr>
        <p:spPr/>
        <p:txBody>
          <a:bodyPr/>
          <a:lstStyle/>
          <a:p>
            <a:r>
              <a:rPr lang="en-US" dirty="0"/>
              <a:t>Innate signaling in response to helminth-derived products</a:t>
            </a:r>
          </a:p>
        </p:txBody>
      </p:sp>
      <p:sp>
        <p:nvSpPr>
          <p:cNvPr id="3" name="Content Placeholder 2">
            <a:extLst>
              <a:ext uri="{FF2B5EF4-FFF2-40B4-BE49-F238E27FC236}">
                <a16:creationId xmlns:a16="http://schemas.microsoft.com/office/drawing/2014/main" id="{AAC46197-3816-41A1-AB99-86A364F5C842}"/>
              </a:ext>
            </a:extLst>
          </p:cNvPr>
          <p:cNvSpPr>
            <a:spLocks noGrp="1"/>
          </p:cNvSpPr>
          <p:nvPr>
            <p:ph sz="quarter" idx="1"/>
          </p:nvPr>
        </p:nvSpPr>
        <p:spPr/>
        <p:txBody>
          <a:bodyPr/>
          <a:lstStyle/>
          <a:p>
            <a:endParaRPr lang="en-US"/>
          </a:p>
        </p:txBody>
      </p:sp>
      <p:pic>
        <p:nvPicPr>
          <p:cNvPr id="4" name="Picture 3">
            <a:extLst>
              <a:ext uri="{FF2B5EF4-FFF2-40B4-BE49-F238E27FC236}">
                <a16:creationId xmlns:a16="http://schemas.microsoft.com/office/drawing/2014/main" id="{A956DDF2-B83C-441E-962D-1D53488BE994}"/>
              </a:ext>
            </a:extLst>
          </p:cNvPr>
          <p:cNvPicPr>
            <a:picLocks noChangeAspect="1"/>
          </p:cNvPicPr>
          <p:nvPr/>
        </p:nvPicPr>
        <p:blipFill>
          <a:blip r:embed="rId2"/>
          <a:stretch>
            <a:fillRect/>
          </a:stretch>
        </p:blipFill>
        <p:spPr>
          <a:xfrm>
            <a:off x="457200" y="2085984"/>
            <a:ext cx="7766481" cy="3902184"/>
          </a:xfrm>
          <a:prstGeom prst="rect">
            <a:avLst/>
          </a:prstGeom>
        </p:spPr>
      </p:pic>
    </p:spTree>
    <p:extLst>
      <p:ext uri="{BB962C8B-B14F-4D97-AF65-F5344CB8AC3E}">
        <p14:creationId xmlns:p14="http://schemas.microsoft.com/office/powerpoint/2010/main" val="3549477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8AAE6-4A86-433B-96EB-905CC48ECA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ABE184-4FE8-4BA8-B61B-A3A50B46B020}"/>
              </a:ext>
            </a:extLst>
          </p:cNvPr>
          <p:cNvSpPr>
            <a:spLocks noGrp="1"/>
          </p:cNvSpPr>
          <p:nvPr>
            <p:ph sz="quarter" idx="1"/>
          </p:nvPr>
        </p:nvSpPr>
        <p:spPr/>
        <p:txBody>
          <a:bodyPr/>
          <a:lstStyle/>
          <a:p>
            <a:endParaRPr lang="en-US"/>
          </a:p>
        </p:txBody>
      </p:sp>
      <p:pic>
        <p:nvPicPr>
          <p:cNvPr id="4" name="Picture 3">
            <a:extLst>
              <a:ext uri="{FF2B5EF4-FFF2-40B4-BE49-F238E27FC236}">
                <a16:creationId xmlns:a16="http://schemas.microsoft.com/office/drawing/2014/main" id="{34FF9C7A-4ED9-44E3-AAD2-30B42EC272B1}"/>
              </a:ext>
            </a:extLst>
          </p:cNvPr>
          <p:cNvPicPr>
            <a:picLocks noChangeAspect="1"/>
          </p:cNvPicPr>
          <p:nvPr/>
        </p:nvPicPr>
        <p:blipFill>
          <a:blip r:embed="rId2"/>
          <a:stretch>
            <a:fillRect/>
          </a:stretch>
        </p:blipFill>
        <p:spPr>
          <a:xfrm>
            <a:off x="404231" y="699706"/>
            <a:ext cx="8335538" cy="5458587"/>
          </a:xfrm>
          <a:prstGeom prst="rect">
            <a:avLst/>
          </a:prstGeom>
        </p:spPr>
      </p:pic>
    </p:spTree>
    <p:extLst>
      <p:ext uri="{BB962C8B-B14F-4D97-AF65-F5344CB8AC3E}">
        <p14:creationId xmlns:p14="http://schemas.microsoft.com/office/powerpoint/2010/main" val="2549373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09152-BA98-4450-9F78-57A1E5963092}"/>
              </a:ext>
            </a:extLst>
          </p:cNvPr>
          <p:cNvSpPr>
            <a:spLocks noGrp="1"/>
          </p:cNvSpPr>
          <p:nvPr>
            <p:ph type="title"/>
          </p:nvPr>
        </p:nvSpPr>
        <p:spPr/>
        <p:txBody>
          <a:bodyPr/>
          <a:lstStyle/>
          <a:p>
            <a:r>
              <a:rPr lang="en-US" dirty="0"/>
              <a:t>Local Tissue induction of regulatory responses</a:t>
            </a:r>
          </a:p>
        </p:txBody>
      </p:sp>
      <p:sp>
        <p:nvSpPr>
          <p:cNvPr id="3" name="Content Placeholder 2">
            <a:extLst>
              <a:ext uri="{FF2B5EF4-FFF2-40B4-BE49-F238E27FC236}">
                <a16:creationId xmlns:a16="http://schemas.microsoft.com/office/drawing/2014/main" id="{C8B7ABCA-6A0C-45B2-A0FE-05A1AEEAF1EC}"/>
              </a:ext>
            </a:extLst>
          </p:cNvPr>
          <p:cNvSpPr>
            <a:spLocks noGrp="1"/>
          </p:cNvSpPr>
          <p:nvPr>
            <p:ph sz="quarter" idx="1"/>
          </p:nvPr>
        </p:nvSpPr>
        <p:spPr>
          <a:xfrm>
            <a:off x="481584" y="5867400"/>
            <a:ext cx="7467600" cy="4873752"/>
          </a:xfrm>
        </p:spPr>
        <p:txBody>
          <a:bodyPr/>
          <a:lstStyle/>
          <a:p>
            <a:r>
              <a:rPr lang="fr-FR" i="1" dirty="0" err="1">
                <a:hlinkClick r:id="rId2"/>
              </a:rPr>
              <a:t>Mucosal</a:t>
            </a:r>
            <a:r>
              <a:rPr lang="fr-FR" i="1" dirty="0">
                <a:hlinkClick r:id="rId2"/>
              </a:rPr>
              <a:t> </a:t>
            </a:r>
            <a:r>
              <a:rPr lang="fr-FR" i="1" dirty="0" err="1">
                <a:hlinkClick r:id="rId2"/>
              </a:rPr>
              <a:t>Immunology</a:t>
            </a:r>
            <a:r>
              <a:rPr lang="fr-FR" dirty="0"/>
              <a:t> </a:t>
            </a:r>
            <a:r>
              <a:rPr lang="fr-FR" b="1" dirty="0"/>
              <a:t>volume 7</a:t>
            </a:r>
            <a:r>
              <a:rPr lang="fr-FR" dirty="0"/>
              <a:t>, pages753–762 (2014)</a:t>
            </a:r>
            <a:endParaRPr lang="en-US" dirty="0"/>
          </a:p>
        </p:txBody>
      </p:sp>
      <p:pic>
        <p:nvPicPr>
          <p:cNvPr id="4" name="Picture 3">
            <a:extLst>
              <a:ext uri="{FF2B5EF4-FFF2-40B4-BE49-F238E27FC236}">
                <a16:creationId xmlns:a16="http://schemas.microsoft.com/office/drawing/2014/main" id="{44147DA1-26B5-4231-8AAA-CD0D808531FC}"/>
              </a:ext>
            </a:extLst>
          </p:cNvPr>
          <p:cNvPicPr>
            <a:picLocks noChangeAspect="1"/>
          </p:cNvPicPr>
          <p:nvPr/>
        </p:nvPicPr>
        <p:blipFill>
          <a:blip r:embed="rId3"/>
          <a:stretch>
            <a:fillRect/>
          </a:stretch>
        </p:blipFill>
        <p:spPr>
          <a:xfrm>
            <a:off x="2057400" y="1390206"/>
            <a:ext cx="4791744" cy="4696480"/>
          </a:xfrm>
          <a:prstGeom prst="rect">
            <a:avLst/>
          </a:prstGeom>
        </p:spPr>
      </p:pic>
    </p:spTree>
    <p:extLst>
      <p:ext uri="{BB962C8B-B14F-4D97-AF65-F5344CB8AC3E}">
        <p14:creationId xmlns:p14="http://schemas.microsoft.com/office/powerpoint/2010/main" val="791495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AF453-4F3C-4D4C-8C3C-A07EECD08B27}"/>
              </a:ext>
            </a:extLst>
          </p:cNvPr>
          <p:cNvSpPr>
            <a:spLocks noGrp="1"/>
          </p:cNvSpPr>
          <p:nvPr>
            <p:ph type="title"/>
          </p:nvPr>
        </p:nvSpPr>
        <p:spPr/>
        <p:txBody>
          <a:bodyPr/>
          <a:lstStyle/>
          <a:p>
            <a:r>
              <a:rPr lang="en-US" dirty="0"/>
              <a:t>Helminth Interaction with the Microbiome</a:t>
            </a:r>
          </a:p>
        </p:txBody>
      </p:sp>
      <p:sp>
        <p:nvSpPr>
          <p:cNvPr id="3" name="Content Placeholder 2">
            <a:extLst>
              <a:ext uri="{FF2B5EF4-FFF2-40B4-BE49-F238E27FC236}">
                <a16:creationId xmlns:a16="http://schemas.microsoft.com/office/drawing/2014/main" id="{898272B1-0EBD-44C2-B89A-12B213AFFFC7}"/>
              </a:ext>
            </a:extLst>
          </p:cNvPr>
          <p:cNvSpPr>
            <a:spLocks noGrp="1"/>
          </p:cNvSpPr>
          <p:nvPr>
            <p:ph sz="quarter" idx="1"/>
          </p:nvPr>
        </p:nvSpPr>
        <p:spPr>
          <a:xfrm>
            <a:off x="457200" y="1600200"/>
            <a:ext cx="2667000" cy="4873752"/>
          </a:xfrm>
        </p:spPr>
        <p:txBody>
          <a:bodyPr/>
          <a:lstStyle/>
          <a:p>
            <a:r>
              <a:rPr lang="en-US" dirty="0"/>
              <a:t>Microbiome components and helminths likely co-evolved</a:t>
            </a:r>
          </a:p>
          <a:p>
            <a:r>
              <a:rPr lang="en-US" dirty="0"/>
              <a:t>Similar effector and host manipulation pathways</a:t>
            </a:r>
          </a:p>
          <a:p>
            <a:r>
              <a:rPr lang="en-US" dirty="0"/>
              <a:t>Immune tolerance vs. immune resistance</a:t>
            </a:r>
          </a:p>
        </p:txBody>
      </p:sp>
      <p:pic>
        <p:nvPicPr>
          <p:cNvPr id="4" name="Picture 3">
            <a:extLst>
              <a:ext uri="{FF2B5EF4-FFF2-40B4-BE49-F238E27FC236}">
                <a16:creationId xmlns:a16="http://schemas.microsoft.com/office/drawing/2014/main" id="{3F5EBC5F-C202-49EC-8211-F162471E1394}"/>
              </a:ext>
            </a:extLst>
          </p:cNvPr>
          <p:cNvPicPr>
            <a:picLocks noChangeAspect="1"/>
          </p:cNvPicPr>
          <p:nvPr/>
        </p:nvPicPr>
        <p:blipFill>
          <a:blip r:embed="rId2"/>
          <a:stretch>
            <a:fillRect/>
          </a:stretch>
        </p:blipFill>
        <p:spPr>
          <a:xfrm>
            <a:off x="3066456" y="1497383"/>
            <a:ext cx="5906691" cy="4383913"/>
          </a:xfrm>
          <a:prstGeom prst="rect">
            <a:avLst/>
          </a:prstGeom>
        </p:spPr>
      </p:pic>
      <p:sp>
        <p:nvSpPr>
          <p:cNvPr id="5" name="Rectangle 4">
            <a:extLst>
              <a:ext uri="{FF2B5EF4-FFF2-40B4-BE49-F238E27FC236}">
                <a16:creationId xmlns:a16="http://schemas.microsoft.com/office/drawing/2014/main" id="{FC6DDBF9-92B2-4F54-8B56-2F68A92606E6}"/>
              </a:ext>
            </a:extLst>
          </p:cNvPr>
          <p:cNvSpPr/>
          <p:nvPr/>
        </p:nvSpPr>
        <p:spPr>
          <a:xfrm>
            <a:off x="2438400" y="6009810"/>
            <a:ext cx="4572000" cy="923330"/>
          </a:xfrm>
          <a:prstGeom prst="rect">
            <a:avLst/>
          </a:prstGeom>
        </p:spPr>
        <p:txBody>
          <a:bodyPr>
            <a:spAutoFit/>
          </a:bodyPr>
          <a:lstStyle/>
          <a:p>
            <a:r>
              <a:rPr lang="da-DK" dirty="0">
                <a:solidFill>
                  <a:srgbClr val="000000"/>
                </a:solidFill>
                <a:latin typeface="Open Sans"/>
              </a:rPr>
              <a:t>J Immunol November 1, 2015, 195 (9) 4059-4066; DOI: https://doi.org/10.4049/jimmunol.1501432</a:t>
            </a:r>
            <a:endParaRPr lang="en-US" dirty="0"/>
          </a:p>
        </p:txBody>
      </p:sp>
    </p:spTree>
    <p:extLst>
      <p:ext uri="{BB962C8B-B14F-4D97-AF65-F5344CB8AC3E}">
        <p14:creationId xmlns:p14="http://schemas.microsoft.com/office/powerpoint/2010/main" val="17065654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C0142-0747-46CC-BA56-3F1121C64867}"/>
              </a:ext>
            </a:extLst>
          </p:cNvPr>
          <p:cNvSpPr>
            <a:spLocks noGrp="1"/>
          </p:cNvSpPr>
          <p:nvPr>
            <p:ph type="title"/>
          </p:nvPr>
        </p:nvSpPr>
        <p:spPr>
          <a:xfrm>
            <a:off x="460248" y="0"/>
            <a:ext cx="7467600" cy="1143000"/>
          </a:xfrm>
        </p:spPr>
        <p:txBody>
          <a:bodyPr/>
          <a:lstStyle/>
          <a:p>
            <a:r>
              <a:rPr lang="en-US" dirty="0"/>
              <a:t>The Th2 response is the main effector of Helminth clearance</a:t>
            </a:r>
          </a:p>
        </p:txBody>
      </p:sp>
      <p:sp>
        <p:nvSpPr>
          <p:cNvPr id="3" name="Content Placeholder 2">
            <a:extLst>
              <a:ext uri="{FF2B5EF4-FFF2-40B4-BE49-F238E27FC236}">
                <a16:creationId xmlns:a16="http://schemas.microsoft.com/office/drawing/2014/main" id="{C801E343-1B16-4BC7-B3A1-2C3C10A8E334}"/>
              </a:ext>
            </a:extLst>
          </p:cNvPr>
          <p:cNvSpPr>
            <a:spLocks noGrp="1"/>
          </p:cNvSpPr>
          <p:nvPr>
            <p:ph sz="quarter" idx="1"/>
          </p:nvPr>
        </p:nvSpPr>
        <p:spPr/>
        <p:txBody>
          <a:bodyPr/>
          <a:lstStyle/>
          <a:p>
            <a:endParaRPr lang="en-US"/>
          </a:p>
        </p:txBody>
      </p:sp>
      <p:pic>
        <p:nvPicPr>
          <p:cNvPr id="4" name="Picture 3">
            <a:extLst>
              <a:ext uri="{FF2B5EF4-FFF2-40B4-BE49-F238E27FC236}">
                <a16:creationId xmlns:a16="http://schemas.microsoft.com/office/drawing/2014/main" id="{BC23E645-603B-43EA-8A68-587C04A1E9AB}"/>
              </a:ext>
            </a:extLst>
          </p:cNvPr>
          <p:cNvPicPr>
            <a:picLocks noChangeAspect="1"/>
          </p:cNvPicPr>
          <p:nvPr/>
        </p:nvPicPr>
        <p:blipFill>
          <a:blip r:embed="rId2"/>
          <a:stretch>
            <a:fillRect/>
          </a:stretch>
        </p:blipFill>
        <p:spPr>
          <a:xfrm>
            <a:off x="728472" y="990600"/>
            <a:ext cx="7162800" cy="5776187"/>
          </a:xfrm>
          <a:prstGeom prst="rect">
            <a:avLst/>
          </a:prstGeom>
        </p:spPr>
      </p:pic>
    </p:spTree>
    <p:extLst>
      <p:ext uri="{BB962C8B-B14F-4D97-AF65-F5344CB8AC3E}">
        <p14:creationId xmlns:p14="http://schemas.microsoft.com/office/powerpoint/2010/main" val="1250992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5CFC4-E3D1-4AD8-B508-A296E182AA46}"/>
              </a:ext>
            </a:extLst>
          </p:cNvPr>
          <p:cNvSpPr>
            <a:spLocks noGrp="1"/>
          </p:cNvSpPr>
          <p:nvPr>
            <p:ph type="title"/>
          </p:nvPr>
        </p:nvSpPr>
        <p:spPr/>
        <p:txBody>
          <a:bodyPr/>
          <a:lstStyle/>
          <a:p>
            <a:r>
              <a:rPr lang="en-US" dirty="0"/>
              <a:t>Effector Mechanisms for Helminth Damage and Clearance</a:t>
            </a:r>
          </a:p>
        </p:txBody>
      </p:sp>
      <p:pic>
        <p:nvPicPr>
          <p:cNvPr id="4" name="Content Placeholder 3">
            <a:extLst>
              <a:ext uri="{FF2B5EF4-FFF2-40B4-BE49-F238E27FC236}">
                <a16:creationId xmlns:a16="http://schemas.microsoft.com/office/drawing/2014/main" id="{6A57FAB1-0EED-4B88-B465-9C72D313FE89}"/>
              </a:ext>
            </a:extLst>
          </p:cNvPr>
          <p:cNvPicPr>
            <a:picLocks noGrp="1" noChangeAspect="1"/>
          </p:cNvPicPr>
          <p:nvPr>
            <p:ph sz="quarter" idx="1"/>
          </p:nvPr>
        </p:nvPicPr>
        <p:blipFill>
          <a:blip r:embed="rId2"/>
          <a:stretch>
            <a:fillRect/>
          </a:stretch>
        </p:blipFill>
        <p:spPr>
          <a:xfrm>
            <a:off x="3124200" y="1676400"/>
            <a:ext cx="5475839" cy="5023113"/>
          </a:xfrm>
          <a:prstGeom prst="rect">
            <a:avLst/>
          </a:prstGeom>
        </p:spPr>
      </p:pic>
      <p:sp>
        <p:nvSpPr>
          <p:cNvPr id="5" name="TextBox 4">
            <a:extLst>
              <a:ext uri="{FF2B5EF4-FFF2-40B4-BE49-F238E27FC236}">
                <a16:creationId xmlns:a16="http://schemas.microsoft.com/office/drawing/2014/main" id="{0E484209-8511-4ACC-9740-81C3FB5318F1}"/>
              </a:ext>
            </a:extLst>
          </p:cNvPr>
          <p:cNvSpPr txBox="1"/>
          <p:nvPr/>
        </p:nvSpPr>
        <p:spPr>
          <a:xfrm>
            <a:off x="304800" y="2362200"/>
            <a:ext cx="2743200" cy="4247317"/>
          </a:xfrm>
          <a:prstGeom prst="rect">
            <a:avLst/>
          </a:prstGeom>
          <a:noFill/>
        </p:spPr>
        <p:txBody>
          <a:bodyPr wrap="square" rtlCol="0">
            <a:spAutoFit/>
          </a:bodyPr>
          <a:lstStyle/>
          <a:p>
            <a:pPr marL="285750" indent="-285750">
              <a:buFont typeface="Arial" panose="020B0604020202020204" pitchFamily="34" charset="0"/>
              <a:buChar char="•"/>
            </a:pPr>
            <a:r>
              <a:rPr lang="en-US" dirty="0"/>
              <a:t>CD4 T cell orchestrate the response against helminths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Th2 responses involve multiple effector mechanisms, not all fully understood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Cell based an mechanical disruptions lead to worm death and </a:t>
            </a:r>
            <a:r>
              <a:rPr lang="en-US" dirty="0" err="1"/>
              <a:t>explusion</a:t>
            </a:r>
            <a:endParaRPr lang="en-US" dirty="0"/>
          </a:p>
        </p:txBody>
      </p:sp>
    </p:spTree>
    <p:extLst>
      <p:ext uri="{BB962C8B-B14F-4D97-AF65-F5344CB8AC3E}">
        <p14:creationId xmlns:p14="http://schemas.microsoft.com/office/powerpoint/2010/main" val="547206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D9BF7-5E2A-46BE-A2EE-1579FC2089E8}"/>
              </a:ext>
            </a:extLst>
          </p:cNvPr>
          <p:cNvSpPr>
            <a:spLocks noGrp="1"/>
          </p:cNvSpPr>
          <p:nvPr>
            <p:ph type="title"/>
          </p:nvPr>
        </p:nvSpPr>
        <p:spPr/>
        <p:txBody>
          <a:bodyPr/>
          <a:lstStyle/>
          <a:p>
            <a:r>
              <a:rPr lang="en-US" dirty="0"/>
              <a:t>Some Evidence for Protective Immunity</a:t>
            </a:r>
          </a:p>
        </p:txBody>
      </p:sp>
      <p:sp>
        <p:nvSpPr>
          <p:cNvPr id="3" name="Content Placeholder 2">
            <a:extLst>
              <a:ext uri="{FF2B5EF4-FFF2-40B4-BE49-F238E27FC236}">
                <a16:creationId xmlns:a16="http://schemas.microsoft.com/office/drawing/2014/main" id="{150E8F06-2BC9-493A-8E94-00512E2685C6}"/>
              </a:ext>
            </a:extLst>
          </p:cNvPr>
          <p:cNvSpPr>
            <a:spLocks noGrp="1"/>
          </p:cNvSpPr>
          <p:nvPr>
            <p:ph sz="quarter" idx="1"/>
          </p:nvPr>
        </p:nvSpPr>
        <p:spPr>
          <a:xfrm>
            <a:off x="457200" y="5236464"/>
            <a:ext cx="7467600" cy="1237488"/>
          </a:xfrm>
        </p:spPr>
        <p:txBody>
          <a:bodyPr/>
          <a:lstStyle/>
          <a:p>
            <a:r>
              <a:rPr lang="en-US" dirty="0" err="1"/>
              <a:t>IgE</a:t>
            </a:r>
            <a:r>
              <a:rPr lang="en-US" dirty="0"/>
              <a:t> levels correlate with egg burdens and rates of re-infection</a:t>
            </a:r>
          </a:p>
          <a:p>
            <a:r>
              <a:rPr lang="en-US" dirty="0">
                <a:hlinkClick r:id="rId2"/>
              </a:rPr>
              <a:t>https://doi.org/10.1371/journal.pntd.0003059</a:t>
            </a:r>
            <a:endParaRPr lang="en-US" dirty="0"/>
          </a:p>
          <a:p>
            <a:endParaRPr lang="en-US" dirty="0"/>
          </a:p>
        </p:txBody>
      </p:sp>
      <p:pic>
        <p:nvPicPr>
          <p:cNvPr id="4" name="Picture 3">
            <a:extLst>
              <a:ext uri="{FF2B5EF4-FFF2-40B4-BE49-F238E27FC236}">
                <a16:creationId xmlns:a16="http://schemas.microsoft.com/office/drawing/2014/main" id="{4631A88C-0CAA-4C2A-B8EF-98C83D5CD503}"/>
              </a:ext>
            </a:extLst>
          </p:cNvPr>
          <p:cNvPicPr>
            <a:picLocks noChangeAspect="1"/>
          </p:cNvPicPr>
          <p:nvPr/>
        </p:nvPicPr>
        <p:blipFill>
          <a:blip r:embed="rId3"/>
          <a:stretch>
            <a:fillRect/>
          </a:stretch>
        </p:blipFill>
        <p:spPr>
          <a:xfrm>
            <a:off x="454152" y="1621536"/>
            <a:ext cx="7757112" cy="3340432"/>
          </a:xfrm>
          <a:prstGeom prst="rect">
            <a:avLst/>
          </a:prstGeom>
        </p:spPr>
      </p:pic>
    </p:spTree>
    <p:extLst>
      <p:ext uri="{BB962C8B-B14F-4D97-AF65-F5344CB8AC3E}">
        <p14:creationId xmlns:p14="http://schemas.microsoft.com/office/powerpoint/2010/main" val="201258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2F984-924D-43F3-97BB-79650D835C1F}"/>
              </a:ext>
            </a:extLst>
          </p:cNvPr>
          <p:cNvSpPr>
            <a:spLocks noGrp="1"/>
          </p:cNvSpPr>
          <p:nvPr>
            <p:ph type="title"/>
          </p:nvPr>
        </p:nvSpPr>
        <p:spPr/>
        <p:txBody>
          <a:bodyPr/>
          <a:lstStyle/>
          <a:p>
            <a:r>
              <a:rPr lang="en-US" dirty="0"/>
              <a:t>Conclusions/Discussion Points</a:t>
            </a:r>
          </a:p>
        </p:txBody>
      </p:sp>
      <p:sp>
        <p:nvSpPr>
          <p:cNvPr id="3" name="Content Placeholder 2">
            <a:extLst>
              <a:ext uri="{FF2B5EF4-FFF2-40B4-BE49-F238E27FC236}">
                <a16:creationId xmlns:a16="http://schemas.microsoft.com/office/drawing/2014/main" id="{397A95B0-ABAB-4C38-AE44-82E26E1D195A}"/>
              </a:ext>
            </a:extLst>
          </p:cNvPr>
          <p:cNvSpPr>
            <a:spLocks noGrp="1"/>
          </p:cNvSpPr>
          <p:nvPr>
            <p:ph sz="quarter" idx="1"/>
          </p:nvPr>
        </p:nvSpPr>
        <p:spPr/>
        <p:txBody>
          <a:bodyPr/>
          <a:lstStyle/>
          <a:p>
            <a:r>
              <a:rPr lang="en-US" dirty="0"/>
              <a:t>Parasitic helminths represent a major evolutionary burden on human development</a:t>
            </a:r>
          </a:p>
          <a:p>
            <a:endParaRPr lang="en-US" dirty="0"/>
          </a:p>
          <a:p>
            <a:r>
              <a:rPr lang="en-US" dirty="0"/>
              <a:t>An entire arm of the immune response is dedicated to response to worm infections, but in many populations it fails to be engaged</a:t>
            </a:r>
          </a:p>
          <a:p>
            <a:endParaRPr lang="en-US" dirty="0"/>
          </a:p>
          <a:p>
            <a:r>
              <a:rPr lang="en-US" dirty="0"/>
              <a:t>Evolutionary “assumption” may have led to increases of atopic conditions, such as allergy, resulting from lack of helminth targets</a:t>
            </a:r>
          </a:p>
        </p:txBody>
      </p:sp>
    </p:spTree>
    <p:extLst>
      <p:ext uri="{BB962C8B-B14F-4D97-AF65-F5344CB8AC3E}">
        <p14:creationId xmlns:p14="http://schemas.microsoft.com/office/powerpoint/2010/main" val="1889902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Immunological Considerations in Co-infections</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HIV</a:t>
            </a:r>
          </a:p>
        </p:txBody>
      </p:sp>
      <p:sp>
        <p:nvSpPr>
          <p:cNvPr id="3" name="Content Placeholder 2"/>
          <p:cNvSpPr>
            <a:spLocks noGrp="1"/>
          </p:cNvSpPr>
          <p:nvPr>
            <p:ph idx="1"/>
          </p:nvPr>
        </p:nvSpPr>
        <p:spPr/>
        <p:txBody>
          <a:bodyPr/>
          <a:lstStyle/>
          <a:p>
            <a:r>
              <a:rPr lang="en-US" dirty="0"/>
              <a:t>Two directions of interaction</a:t>
            </a:r>
          </a:p>
          <a:p>
            <a:pPr lvl="1"/>
            <a:r>
              <a:rPr lang="en-US" dirty="0"/>
              <a:t>HIV on other infections</a:t>
            </a:r>
          </a:p>
          <a:p>
            <a:pPr lvl="1"/>
            <a:r>
              <a:rPr lang="en-US" dirty="0"/>
              <a:t>Other infections on HIV</a:t>
            </a:r>
          </a:p>
          <a:p>
            <a:r>
              <a:rPr lang="en-US" dirty="0"/>
              <a:t>What are the underlying mechanisms of each?</a:t>
            </a:r>
          </a:p>
          <a:p>
            <a:pPr lvl="1"/>
            <a:r>
              <a:rPr lang="en-US" dirty="0"/>
              <a:t>Immune </a:t>
            </a:r>
            <a:r>
              <a:rPr lang="en-US" dirty="0" err="1"/>
              <a:t>dysregulation</a:t>
            </a:r>
            <a:r>
              <a:rPr lang="en-US" dirty="0"/>
              <a:t>, no CD4 cells</a:t>
            </a:r>
          </a:p>
          <a:p>
            <a:pPr lvl="1"/>
            <a:r>
              <a:rPr lang="en-US" dirty="0"/>
              <a:t>Systemic bias away from protective immunity and viral control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HIV and TB</a:t>
            </a:r>
          </a:p>
        </p:txBody>
      </p:sp>
      <p:pic>
        <p:nvPicPr>
          <p:cNvPr id="6146" name="Picture 2" descr="Figure 2"/>
          <p:cNvPicPr>
            <a:picLocks noGrp="1" noChangeAspect="1" noChangeArrowheads="1"/>
          </p:cNvPicPr>
          <p:nvPr>
            <p:ph idx="1"/>
          </p:nvPr>
        </p:nvPicPr>
        <p:blipFill>
          <a:blip r:embed="rId2" cstate="print"/>
          <a:srcRect/>
          <a:stretch>
            <a:fillRect/>
          </a:stretch>
        </p:blipFill>
        <p:spPr bwMode="auto">
          <a:xfrm>
            <a:off x="1676400" y="2362200"/>
            <a:ext cx="5861025" cy="3356769"/>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Control of </a:t>
            </a:r>
            <a:r>
              <a:rPr lang="en-US" dirty="0" err="1"/>
              <a:t>Mtb</a:t>
            </a:r>
            <a:endParaRPr lang="en-US" dirty="0"/>
          </a:p>
        </p:txBody>
      </p:sp>
      <p:pic>
        <p:nvPicPr>
          <p:cNvPr id="49155" name="Picture 2"/>
          <p:cNvPicPr>
            <a:picLocks noChangeAspect="1" noChangeArrowheads="1"/>
          </p:cNvPicPr>
          <p:nvPr/>
        </p:nvPicPr>
        <p:blipFill>
          <a:blip r:embed="rId2" cstate="print"/>
          <a:srcRect/>
          <a:stretch>
            <a:fillRect/>
          </a:stretch>
        </p:blipFill>
        <p:spPr bwMode="auto">
          <a:xfrm>
            <a:off x="1143000" y="1371600"/>
            <a:ext cx="5715000" cy="54864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Treatment of HIV prevents TB</a:t>
            </a:r>
          </a:p>
        </p:txBody>
      </p:sp>
      <p:pic>
        <p:nvPicPr>
          <p:cNvPr id="19458" name="Picture 2" descr="Image"/>
          <p:cNvPicPr>
            <a:picLocks noGrp="1" noChangeAspect="1" noChangeArrowheads="1"/>
          </p:cNvPicPr>
          <p:nvPr>
            <p:ph idx="1"/>
          </p:nvPr>
        </p:nvPicPr>
        <p:blipFill>
          <a:blip r:embed="rId2" cstate="print"/>
          <a:srcRect/>
          <a:stretch>
            <a:fillRect/>
          </a:stretch>
        </p:blipFill>
        <p:spPr bwMode="auto">
          <a:xfrm>
            <a:off x="457200" y="2525098"/>
            <a:ext cx="8229600" cy="2676167"/>
          </a:xfrm>
          <a:prstGeom prst="rect">
            <a:avLst/>
          </a:prstGeom>
          <a:noFill/>
        </p:spPr>
      </p:pic>
      <p:sp>
        <p:nvSpPr>
          <p:cNvPr id="5" name="TextBox 4"/>
          <p:cNvSpPr txBox="1"/>
          <p:nvPr/>
        </p:nvSpPr>
        <p:spPr>
          <a:xfrm>
            <a:off x="381001" y="5486400"/>
            <a:ext cx="8763000" cy="646331"/>
          </a:xfrm>
          <a:prstGeom prst="rect">
            <a:avLst/>
          </a:prstGeom>
          <a:noFill/>
        </p:spPr>
        <p:txBody>
          <a:bodyPr wrap="square" rtlCol="0">
            <a:spAutoFit/>
          </a:bodyPr>
          <a:lstStyle/>
          <a:p>
            <a:pPr>
              <a:buFont typeface="Arial" pitchFamily="34" charset="0"/>
              <a:buChar char="•"/>
            </a:pPr>
            <a:r>
              <a:rPr lang="en-US" dirty="0"/>
              <a:t>Disease often manifests in non-traditional ways—extra pulmonary (not necessarily a breakdown of the lung </a:t>
            </a:r>
            <a:r>
              <a:rPr lang="en-US" dirty="0" err="1"/>
              <a:t>granuloma</a:t>
            </a:r>
            <a:r>
              <a:rPr lang="en-US" dirty="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HIV and malaria</a:t>
            </a:r>
          </a:p>
        </p:txBody>
      </p:sp>
      <p:sp>
        <p:nvSpPr>
          <p:cNvPr id="3" name="Content Placeholder 2"/>
          <p:cNvSpPr>
            <a:spLocks noGrp="1"/>
          </p:cNvSpPr>
          <p:nvPr>
            <p:ph idx="1"/>
          </p:nvPr>
        </p:nvSpPr>
        <p:spPr/>
        <p:txBody>
          <a:bodyPr/>
          <a:lstStyle/>
          <a:p>
            <a:r>
              <a:rPr lang="en-US" dirty="0"/>
              <a:t>Several studies report increased presentation in children and adults of severe malaria correlating with HIV co-infection</a:t>
            </a:r>
          </a:p>
          <a:p>
            <a:r>
              <a:rPr lang="en-US" dirty="0"/>
              <a:t>These studies are not particularly robust or consistent—seems like there </a:t>
            </a:r>
            <a:r>
              <a:rPr lang="en-US" i="1" dirty="0"/>
              <a:t>should</a:t>
            </a:r>
            <a:r>
              <a:rPr lang="en-US" dirty="0"/>
              <a:t> be an association</a:t>
            </a:r>
          </a:p>
          <a:p>
            <a:r>
              <a:rPr lang="en-US" dirty="0"/>
              <a:t>Studies difficult to do and loaded with confounding variables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Malaria immunological control</a:t>
            </a:r>
          </a:p>
        </p:txBody>
      </p:sp>
      <p:pic>
        <p:nvPicPr>
          <p:cNvPr id="4" name="Picture 2"/>
          <p:cNvPicPr>
            <a:picLocks noGrp="1" noChangeAspect="1" noChangeArrowheads="1"/>
          </p:cNvPicPr>
          <p:nvPr>
            <p:ph idx="1"/>
          </p:nvPr>
        </p:nvPicPr>
        <p:blipFill>
          <a:blip r:embed="rId2" cstate="print"/>
          <a:srcRect/>
          <a:stretch>
            <a:fillRect/>
          </a:stretch>
        </p:blipFill>
        <p:spPr bwMode="auto">
          <a:xfrm>
            <a:off x="1760843" y="1600200"/>
            <a:ext cx="5622314" cy="4525963"/>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about the other direction?</a:t>
            </a:r>
          </a:p>
        </p:txBody>
      </p:sp>
      <p:sp>
        <p:nvSpPr>
          <p:cNvPr id="3" name="Content Placeholder 2"/>
          <p:cNvSpPr>
            <a:spLocks noGrp="1"/>
          </p:cNvSpPr>
          <p:nvPr>
            <p:ph idx="1"/>
          </p:nvPr>
        </p:nvSpPr>
        <p:spPr/>
        <p:txBody>
          <a:bodyPr/>
          <a:lstStyle/>
          <a:p>
            <a:r>
              <a:rPr lang="en-US" dirty="0"/>
              <a:t>Mechanistically, more clear how malaria could increase HIV production</a:t>
            </a:r>
          </a:p>
          <a:p>
            <a:r>
              <a:rPr lang="en-US" dirty="0"/>
              <a:t>Robust epidemiological data suggesting greater transmission (viral load? susceptibility?) in malaria endemic areas</a:t>
            </a:r>
          </a:p>
          <a:p>
            <a:pPr>
              <a:buNone/>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Helminth</a:t>
            </a:r>
            <a:r>
              <a:rPr lang="en-US" dirty="0"/>
              <a:t> co-infections</a:t>
            </a:r>
          </a:p>
        </p:txBody>
      </p:sp>
      <p:pic>
        <p:nvPicPr>
          <p:cNvPr id="21506" name="Picture 2" descr="Medium"/>
          <p:cNvPicPr>
            <a:picLocks noChangeAspect="1" noChangeArrowheads="1"/>
          </p:cNvPicPr>
          <p:nvPr/>
        </p:nvPicPr>
        <p:blipFill>
          <a:blip r:embed="rId2" cstate="print"/>
          <a:srcRect/>
          <a:stretch>
            <a:fillRect/>
          </a:stretch>
        </p:blipFill>
        <p:spPr bwMode="auto">
          <a:xfrm>
            <a:off x="1143000" y="1495424"/>
            <a:ext cx="6667500" cy="4829176"/>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http://upload.wikimedia.org/wikipedia/commons/archive/8/80/20090902051524!Schistosomiasis_Life_Cycle.jpeg"/>
          <p:cNvPicPr>
            <a:picLocks noChangeAspect="1" noChangeArrowheads="1"/>
          </p:cNvPicPr>
          <p:nvPr/>
        </p:nvPicPr>
        <p:blipFill>
          <a:blip r:embed="rId2" cstate="print"/>
          <a:srcRect/>
          <a:stretch>
            <a:fillRect/>
          </a:stretch>
        </p:blipFill>
        <p:spPr bwMode="auto">
          <a:xfrm>
            <a:off x="1219200" y="762000"/>
            <a:ext cx="6667500" cy="5076826"/>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http://t1.gstatic.com/images?q=tbn:ANd9GcRGX1cPt6NrBnIG_Q-6pOs3a3ZjsUM0N2Z04P_EACvBGJqfTSP9"/>
          <p:cNvPicPr>
            <a:picLocks noChangeAspect="1" noChangeArrowheads="1"/>
          </p:cNvPicPr>
          <p:nvPr/>
        </p:nvPicPr>
        <p:blipFill>
          <a:blip r:embed="rId2" cstate="print"/>
          <a:srcRect/>
          <a:stretch>
            <a:fillRect/>
          </a:stretch>
        </p:blipFill>
        <p:spPr bwMode="auto">
          <a:xfrm>
            <a:off x="533400" y="914400"/>
            <a:ext cx="5029200" cy="5029200"/>
          </a:xfrm>
          <a:prstGeom prst="rect">
            <a:avLst/>
          </a:prstGeom>
          <a:noFill/>
        </p:spPr>
      </p:pic>
      <p:pic>
        <p:nvPicPr>
          <p:cNvPr id="28676" name="Picture 4" descr="http://t1.gstatic.com/images?q=tbn:ANd9GcRpY9D-E7_BI9J0CNcFATJjP54a8BJLKLSIqXC_n5AmlTxDtcXB"/>
          <p:cNvPicPr>
            <a:picLocks noChangeAspect="1" noChangeArrowheads="1"/>
          </p:cNvPicPr>
          <p:nvPr/>
        </p:nvPicPr>
        <p:blipFill>
          <a:blip r:embed="rId3" cstate="print"/>
          <a:srcRect/>
          <a:stretch>
            <a:fillRect/>
          </a:stretch>
        </p:blipFill>
        <p:spPr bwMode="auto">
          <a:xfrm>
            <a:off x="6096000" y="2743200"/>
            <a:ext cx="2466975" cy="1847851"/>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Progression of </a:t>
            </a:r>
            <a:r>
              <a:rPr lang="en-US" dirty="0" err="1"/>
              <a:t>schistosome</a:t>
            </a:r>
            <a:r>
              <a:rPr lang="en-US" dirty="0"/>
              <a:t> disease</a:t>
            </a:r>
          </a:p>
        </p:txBody>
      </p:sp>
      <p:pic>
        <p:nvPicPr>
          <p:cNvPr id="18434" name="Picture 2" descr="The immunobiology of schistosomiasis"/>
          <p:cNvPicPr>
            <a:picLocks noGrp="1" noChangeAspect="1" noChangeArrowheads="1"/>
          </p:cNvPicPr>
          <p:nvPr>
            <p:ph idx="1"/>
          </p:nvPr>
        </p:nvPicPr>
        <p:blipFill>
          <a:blip r:embed="rId2" cstate="print"/>
          <a:srcRect/>
          <a:stretch>
            <a:fillRect/>
          </a:stretch>
        </p:blipFill>
        <p:spPr bwMode="auto">
          <a:xfrm>
            <a:off x="1714500" y="2058194"/>
            <a:ext cx="5715000" cy="3609975"/>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3"/>
          <p:cNvPicPr>
            <a:picLocks noChangeAspect="1"/>
          </p:cNvPicPr>
          <p:nvPr/>
        </p:nvPicPr>
        <p:blipFill>
          <a:blip r:embed="rId2" cstate="print"/>
          <a:srcRect/>
          <a:stretch>
            <a:fillRect/>
          </a:stretch>
        </p:blipFill>
        <p:spPr bwMode="auto">
          <a:xfrm>
            <a:off x="533400" y="533400"/>
            <a:ext cx="7315200" cy="6080125"/>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Protective immunity to </a:t>
            </a:r>
            <a:r>
              <a:rPr lang="en-US" dirty="0" err="1"/>
              <a:t>helminths</a:t>
            </a:r>
            <a:endParaRPr lang="en-US" dirty="0"/>
          </a:p>
        </p:txBody>
      </p:sp>
      <p:sp>
        <p:nvSpPr>
          <p:cNvPr id="3" name="Content Placeholder 2"/>
          <p:cNvSpPr>
            <a:spLocks noGrp="1"/>
          </p:cNvSpPr>
          <p:nvPr>
            <p:ph idx="1"/>
          </p:nvPr>
        </p:nvSpPr>
        <p:spPr/>
        <p:txBody>
          <a:bodyPr/>
          <a:lstStyle/>
          <a:p>
            <a:endParaRPr lang="en-US"/>
          </a:p>
        </p:txBody>
      </p:sp>
      <p:pic>
        <p:nvPicPr>
          <p:cNvPr id="29700" name="Picture 4" descr="http://www.nature.com/nri/journal/v7/n12/images/nri2199-f3.jpg"/>
          <p:cNvPicPr>
            <a:picLocks noChangeAspect="1" noChangeArrowheads="1"/>
          </p:cNvPicPr>
          <p:nvPr/>
        </p:nvPicPr>
        <p:blipFill>
          <a:blip r:embed="rId2" cstate="print"/>
          <a:srcRect/>
          <a:stretch>
            <a:fillRect/>
          </a:stretch>
        </p:blipFill>
        <p:spPr bwMode="auto">
          <a:xfrm>
            <a:off x="1219200" y="1624381"/>
            <a:ext cx="6172200" cy="5233619"/>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do we assess HIV’s effects on worms?</a:t>
            </a:r>
          </a:p>
        </p:txBody>
      </p:sp>
      <p:sp>
        <p:nvSpPr>
          <p:cNvPr id="3" name="Content Placeholder 2"/>
          <p:cNvSpPr>
            <a:spLocks noGrp="1"/>
          </p:cNvSpPr>
          <p:nvPr>
            <p:ph idx="1"/>
          </p:nvPr>
        </p:nvSpPr>
        <p:spPr/>
        <p:txBody>
          <a:bodyPr>
            <a:normAutofit/>
          </a:bodyPr>
          <a:lstStyle/>
          <a:p>
            <a:r>
              <a:rPr lang="en-US" dirty="0"/>
              <a:t>The natural process of worm clearance is slow and difficult to observe epidemiologically</a:t>
            </a:r>
          </a:p>
          <a:p>
            <a:r>
              <a:rPr lang="en-US" dirty="0"/>
              <a:t>Worm burden/egg burden can be measured in endemic areas</a:t>
            </a:r>
          </a:p>
          <a:p>
            <a:r>
              <a:rPr lang="en-US" dirty="0"/>
              <a:t>Often, treatment studies are done to measure HIV’s relationship to drug efficacy </a:t>
            </a:r>
          </a:p>
          <a:p>
            <a:pPr lvl="1"/>
            <a:r>
              <a:rPr lang="en-US" dirty="0"/>
              <a:t>Drugs require antibody/immune competence</a:t>
            </a:r>
          </a:p>
          <a:p>
            <a:r>
              <a:rPr lang="en-US" dirty="0"/>
              <a:t>Overall, very limited effects observed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Effects of </a:t>
            </a:r>
            <a:r>
              <a:rPr lang="en-US" dirty="0" err="1"/>
              <a:t>helminths</a:t>
            </a:r>
            <a:r>
              <a:rPr lang="en-US" dirty="0"/>
              <a:t> on HIV</a:t>
            </a:r>
          </a:p>
        </p:txBody>
      </p:sp>
      <p:graphicFrame>
        <p:nvGraphicFramePr>
          <p:cNvPr id="4" name="Content Placeholder 3"/>
          <p:cNvGraphicFramePr>
            <a:graphicFrameLocks noGrp="1"/>
          </p:cNvGraphicFramePr>
          <p:nvPr>
            <p:ph idx="1"/>
          </p:nvPr>
        </p:nvGraphicFramePr>
        <p:xfrm>
          <a:off x="228600" y="1441720"/>
          <a:ext cx="8686800" cy="5164638"/>
        </p:xfrm>
        <a:graphic>
          <a:graphicData uri="http://schemas.openxmlformats.org/drawingml/2006/table">
            <a:tbl>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gridCol w="1447800">
                  <a:extLst>
                    <a:ext uri="{9D8B030D-6E8A-4147-A177-3AD203B41FA5}">
                      <a16:colId xmlns:a16="http://schemas.microsoft.com/office/drawing/2014/main" val="20005"/>
                    </a:ext>
                  </a:extLst>
                </a:gridCol>
              </a:tblGrid>
              <a:tr h="526722">
                <a:tc>
                  <a:txBody>
                    <a:bodyPr/>
                    <a:lstStyle/>
                    <a:p>
                      <a:pPr algn="l"/>
                      <a:r>
                        <a:rPr lang="en-US" sz="1100" dirty="0"/>
                        <a:t>Total number of HIV positive participants</a:t>
                      </a:r>
                    </a:p>
                  </a:txBody>
                  <a:tcPr marL="20012" marR="20012" marT="4002" marB="4002" anchor="ctr">
                    <a:lnL>
                      <a:noFill/>
                    </a:lnL>
                    <a:lnR>
                      <a:noFill/>
                    </a:lnR>
                    <a:lnT>
                      <a:noFill/>
                    </a:lnT>
                    <a:lnB>
                      <a:noFill/>
                    </a:lnB>
                  </a:tcPr>
                </a:tc>
                <a:tc>
                  <a:txBody>
                    <a:bodyPr/>
                    <a:lstStyle/>
                    <a:p>
                      <a:pPr algn="l"/>
                      <a:r>
                        <a:rPr lang="en-US" sz="1100"/>
                        <a:t>Number infected and helminth species</a:t>
                      </a:r>
                    </a:p>
                  </a:txBody>
                  <a:tcPr marL="20012" marR="20012" marT="4002" marB="4002" anchor="ctr">
                    <a:lnL>
                      <a:noFill/>
                    </a:lnL>
                    <a:lnR>
                      <a:noFill/>
                    </a:lnR>
                    <a:lnT>
                      <a:noFill/>
                    </a:lnT>
                    <a:lnB>
                      <a:noFill/>
                    </a:lnB>
                  </a:tcPr>
                </a:tc>
                <a:tc>
                  <a:txBody>
                    <a:bodyPr/>
                    <a:lstStyle/>
                    <a:p>
                      <a:pPr algn="l"/>
                      <a:r>
                        <a:rPr lang="en-US" sz="1100"/>
                        <a:t>Effect of co-infection with helminths on CD4</a:t>
                      </a:r>
                      <a:r>
                        <a:rPr lang="en-US" sz="1100" baseline="30000"/>
                        <a:t>+</a:t>
                      </a:r>
                      <a:r>
                        <a:rPr lang="en-US" sz="1100"/>
                        <a:t> T cell count</a:t>
                      </a:r>
                    </a:p>
                  </a:txBody>
                  <a:tcPr marL="20012" marR="20012" marT="4002" marB="4002" anchor="ctr">
                    <a:lnL>
                      <a:noFill/>
                    </a:lnL>
                    <a:lnR>
                      <a:noFill/>
                    </a:lnR>
                    <a:lnT>
                      <a:noFill/>
                    </a:lnT>
                    <a:lnB>
                      <a:noFill/>
                    </a:lnB>
                  </a:tcPr>
                </a:tc>
                <a:tc>
                  <a:txBody>
                    <a:bodyPr/>
                    <a:lstStyle/>
                    <a:p>
                      <a:pPr algn="l"/>
                      <a:r>
                        <a:rPr lang="en-US" sz="1100" dirty="0"/>
                        <a:t>Effect of co-infection with </a:t>
                      </a:r>
                      <a:r>
                        <a:rPr lang="en-US" sz="1100" dirty="0" err="1"/>
                        <a:t>helminths</a:t>
                      </a:r>
                      <a:r>
                        <a:rPr lang="en-US" sz="1100" dirty="0"/>
                        <a:t> on viral load</a:t>
                      </a:r>
                    </a:p>
                  </a:txBody>
                  <a:tcPr marL="20012" marR="20012" marT="4002" marB="4002" anchor="ctr">
                    <a:lnL>
                      <a:noFill/>
                    </a:lnL>
                    <a:lnR>
                      <a:noFill/>
                    </a:lnR>
                    <a:lnT>
                      <a:noFill/>
                    </a:lnT>
                    <a:lnB>
                      <a:noFill/>
                    </a:lnB>
                  </a:tcPr>
                </a:tc>
                <a:tc>
                  <a:txBody>
                    <a:bodyPr/>
                    <a:lstStyle/>
                    <a:p>
                      <a:pPr algn="l"/>
                      <a:r>
                        <a:rPr lang="en-US" sz="1100"/>
                        <a:t>Country (ref)</a:t>
                      </a:r>
                    </a:p>
                  </a:txBody>
                  <a:tcPr marL="20012" marR="20012" marT="4002" marB="4002" anchor="ctr">
                    <a:lnL>
                      <a:noFill/>
                    </a:lnL>
                    <a:lnR>
                      <a:noFill/>
                    </a:lnR>
                    <a:lnT>
                      <a:noFill/>
                    </a:lnT>
                    <a:lnB>
                      <a:noFill/>
                    </a:lnB>
                  </a:tcPr>
                </a:tc>
                <a:tc>
                  <a:txBody>
                    <a:bodyPr/>
                    <a:lstStyle/>
                    <a:p>
                      <a:pPr algn="l"/>
                      <a:r>
                        <a:rPr lang="en-US" sz="1100"/>
                        <a:t>Comments</a:t>
                      </a:r>
                    </a:p>
                  </a:txBody>
                  <a:tcPr marL="20012" marR="20012" marT="4002" marB="4002" anchor="ctr">
                    <a:lnL>
                      <a:noFill/>
                    </a:lnL>
                    <a:lnR>
                      <a:noFill/>
                    </a:lnR>
                    <a:lnT>
                      <a:noFill/>
                    </a:lnT>
                    <a:lnB>
                      <a:noFill/>
                    </a:lnB>
                  </a:tcPr>
                </a:tc>
                <a:extLst>
                  <a:ext uri="{0D108BD9-81ED-4DB2-BD59-A6C34878D82A}">
                    <a16:rowId xmlns:a16="http://schemas.microsoft.com/office/drawing/2014/main" val="10000"/>
                  </a:ext>
                </a:extLst>
              </a:tr>
              <a:tr h="526722">
                <a:tc>
                  <a:txBody>
                    <a:bodyPr/>
                    <a:lstStyle/>
                    <a:p>
                      <a:pPr algn="l" fontAlgn="t"/>
                      <a:r>
                        <a:rPr lang="en-US" sz="1100"/>
                        <a:t>111</a:t>
                      </a:r>
                    </a:p>
                  </a:txBody>
                  <a:tcPr marL="20012" marR="20012" marT="4002" marB="4002">
                    <a:lnL>
                      <a:noFill/>
                    </a:lnL>
                    <a:lnR>
                      <a:noFill/>
                    </a:lnR>
                    <a:lnT>
                      <a:noFill/>
                    </a:lnT>
                    <a:lnB>
                      <a:noFill/>
                    </a:lnB>
                  </a:tcPr>
                </a:tc>
                <a:tc>
                  <a:txBody>
                    <a:bodyPr/>
                    <a:lstStyle/>
                    <a:p>
                      <a:pPr algn="l" fontAlgn="t"/>
                      <a:r>
                        <a:rPr lang="en-US" sz="1100"/>
                        <a:t>54 All species (predominant species: </a:t>
                      </a:r>
                      <a:r>
                        <a:rPr lang="en-US" sz="1100" i="1"/>
                        <a:t>Ascaris</a:t>
                      </a:r>
                      <a:r>
                        <a:rPr lang="en-US" sz="1100"/>
                        <a:t> and hookworm)</a:t>
                      </a:r>
                    </a:p>
                  </a:txBody>
                  <a:tcPr marL="20012" marR="20012" marT="4002" marB="4002">
                    <a:lnL>
                      <a:noFill/>
                    </a:lnL>
                    <a:lnR>
                      <a:noFill/>
                    </a:lnR>
                    <a:lnT>
                      <a:noFill/>
                    </a:lnT>
                    <a:lnB>
                      <a:noFill/>
                    </a:lnB>
                  </a:tcPr>
                </a:tc>
                <a:tc>
                  <a:txBody>
                    <a:bodyPr/>
                    <a:lstStyle/>
                    <a:p>
                      <a:pPr algn="l" fontAlgn="t"/>
                      <a:r>
                        <a:rPr lang="en-US" sz="1100"/>
                        <a:t>Higher (</a:t>
                      </a:r>
                      <a:r>
                        <a:rPr lang="en-US" sz="1100" i="1"/>
                        <a:t>P =</a:t>
                      </a:r>
                      <a:r>
                        <a:rPr lang="en-US" sz="1100"/>
                        <a:t> 0·02)</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Zambia (</a:t>
                      </a:r>
                      <a:r>
                        <a:rPr lang="en-US" sz="1100" u="none" strike="noStrike">
                          <a:solidFill>
                            <a:srgbClr val="0050A0"/>
                          </a:solidFill>
                          <a:hlinkClick r:id="rId2"/>
                        </a:rPr>
                        <a:t>51</a:t>
                      </a:r>
                      <a:r>
                        <a:rPr lang="en-US" sz="1100"/>
                        <a:t>)</a:t>
                      </a:r>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1"/>
                  </a:ext>
                </a:extLst>
              </a:tr>
              <a:tr h="411451">
                <a:tc>
                  <a:txBody>
                    <a:bodyPr/>
                    <a:lstStyle/>
                    <a:p>
                      <a:pPr algn="l" fontAlgn="t"/>
                      <a:r>
                        <a:rPr lang="en-US" sz="1100"/>
                        <a:t>185</a:t>
                      </a:r>
                    </a:p>
                  </a:txBody>
                  <a:tcPr marL="20012" marR="20012" marT="4002" marB="4002">
                    <a:lnL>
                      <a:noFill/>
                    </a:lnL>
                    <a:lnR>
                      <a:noFill/>
                    </a:lnR>
                    <a:lnT>
                      <a:noFill/>
                    </a:lnT>
                    <a:lnB>
                      <a:noFill/>
                    </a:lnB>
                  </a:tcPr>
                </a:tc>
                <a:tc>
                  <a:txBody>
                    <a:bodyPr/>
                    <a:lstStyle/>
                    <a:p>
                      <a:pPr algn="l" fontAlgn="t"/>
                      <a:r>
                        <a:rPr lang="en-US" sz="1100"/>
                        <a:t>143 Schistosomiasis</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Not done</a:t>
                      </a:r>
                    </a:p>
                  </a:txBody>
                  <a:tcPr marL="20012" marR="20012" marT="4002" marB="4002">
                    <a:lnL>
                      <a:noFill/>
                    </a:lnL>
                    <a:lnR>
                      <a:noFill/>
                    </a:lnR>
                    <a:lnT>
                      <a:noFill/>
                    </a:lnT>
                    <a:lnB>
                      <a:noFill/>
                    </a:lnB>
                  </a:tcPr>
                </a:tc>
                <a:tc>
                  <a:txBody>
                    <a:bodyPr/>
                    <a:lstStyle/>
                    <a:p>
                      <a:pPr algn="l" fontAlgn="t"/>
                      <a:r>
                        <a:rPr lang="en-US" sz="1100"/>
                        <a:t>Zimbabwe (</a:t>
                      </a:r>
                      <a:r>
                        <a:rPr lang="en-US" sz="1100" u="none" strike="noStrike">
                          <a:solidFill>
                            <a:srgbClr val="0050A0"/>
                          </a:solidFill>
                          <a:hlinkClick r:id="rId3"/>
                        </a:rPr>
                        <a:t>38</a:t>
                      </a:r>
                      <a:r>
                        <a:rPr lang="en-US" sz="1100"/>
                        <a:t>)</a:t>
                      </a:r>
                    </a:p>
                  </a:txBody>
                  <a:tcPr marL="20012" marR="20012" marT="4002" marB="4002">
                    <a:lnL>
                      <a:noFill/>
                    </a:lnL>
                    <a:lnR>
                      <a:noFill/>
                    </a:lnR>
                    <a:lnT>
                      <a:noFill/>
                    </a:lnT>
                    <a:lnB>
                      <a:noFill/>
                    </a:lnB>
                  </a:tcPr>
                </a:tc>
                <a:tc>
                  <a:txBody>
                    <a:bodyPr/>
                    <a:lstStyle/>
                    <a:p>
                      <a:pPr algn="l" fontAlgn="t"/>
                      <a:r>
                        <a:rPr lang="en-US" sz="1100"/>
                        <a:t>Compared subjects with and without schistosomiasis</a:t>
                      </a:r>
                    </a:p>
                  </a:txBody>
                  <a:tcPr marL="20012" marR="20012" marT="4002" marB="4002">
                    <a:lnL>
                      <a:noFill/>
                    </a:lnL>
                    <a:lnR>
                      <a:noFill/>
                    </a:lnR>
                    <a:lnT>
                      <a:noFill/>
                    </a:lnT>
                    <a:lnB>
                      <a:noFill/>
                    </a:lnB>
                  </a:tcPr>
                </a:tc>
                <a:extLst>
                  <a:ext uri="{0D108BD9-81ED-4DB2-BD59-A6C34878D82A}">
                    <a16:rowId xmlns:a16="http://schemas.microsoft.com/office/drawing/2014/main" val="10002"/>
                  </a:ext>
                </a:extLst>
              </a:tr>
              <a:tr h="526722">
                <a:tc>
                  <a:txBody>
                    <a:bodyPr/>
                    <a:lstStyle/>
                    <a:p>
                      <a:pPr algn="l" fontAlgn="t"/>
                      <a:r>
                        <a:rPr lang="en-US" sz="1100"/>
                        <a:t>539</a:t>
                      </a:r>
                    </a:p>
                  </a:txBody>
                  <a:tcPr marL="20012" marR="20012" marT="4002" marB="4002">
                    <a:lnL>
                      <a:noFill/>
                    </a:lnL>
                    <a:lnR>
                      <a:noFill/>
                    </a:lnR>
                    <a:lnT>
                      <a:noFill/>
                    </a:lnT>
                    <a:lnB>
                      <a:noFill/>
                    </a:lnB>
                  </a:tcPr>
                </a:tc>
                <a:tc>
                  <a:txBody>
                    <a:bodyPr/>
                    <a:lstStyle/>
                    <a:p>
                      <a:pPr algn="l" fontAlgn="t"/>
                      <a:r>
                        <a:rPr lang="en-US" sz="1100"/>
                        <a:t>290 All species</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Higher (</a:t>
                      </a:r>
                      <a:r>
                        <a:rPr lang="en-US" sz="1100" i="1"/>
                        <a:t>P =</a:t>
                      </a:r>
                      <a:r>
                        <a:rPr lang="en-US" sz="1100"/>
                        <a:t> 0·03)</a:t>
                      </a:r>
                      <a:r>
                        <a:rPr lang="en-US" sz="1100" baseline="30000"/>
                        <a:t>a</a:t>
                      </a:r>
                      <a:endParaRPr lang="en-US" sz="1100"/>
                    </a:p>
                  </a:txBody>
                  <a:tcPr marL="20012" marR="20012" marT="4002" marB="4002">
                    <a:lnL>
                      <a:noFill/>
                    </a:lnL>
                    <a:lnR>
                      <a:noFill/>
                    </a:lnR>
                    <a:lnT>
                      <a:noFill/>
                    </a:lnT>
                    <a:lnB>
                      <a:noFill/>
                    </a:lnB>
                  </a:tcPr>
                </a:tc>
                <a:tc>
                  <a:txBody>
                    <a:bodyPr/>
                    <a:lstStyle/>
                    <a:p>
                      <a:pPr algn="l" fontAlgn="t"/>
                      <a:r>
                        <a:rPr lang="en-US" sz="1100"/>
                        <a:t>Uganda (</a:t>
                      </a:r>
                      <a:r>
                        <a:rPr lang="en-US" sz="1100" u="none" strike="noStrike">
                          <a:solidFill>
                            <a:srgbClr val="0050A0"/>
                          </a:solidFill>
                          <a:hlinkClick r:id="rId4"/>
                        </a:rPr>
                        <a:t>52</a:t>
                      </a:r>
                      <a:r>
                        <a:rPr lang="en-US" sz="1100"/>
                        <a:t>)</a:t>
                      </a:r>
                    </a:p>
                  </a:txBody>
                  <a:tcPr marL="20012" marR="20012" marT="4002" marB="4002">
                    <a:lnL>
                      <a:noFill/>
                    </a:lnL>
                    <a:lnR>
                      <a:noFill/>
                    </a:lnR>
                    <a:lnT>
                      <a:noFill/>
                    </a:lnT>
                    <a:lnB>
                      <a:noFill/>
                    </a:lnB>
                  </a:tcPr>
                </a:tc>
                <a:tc>
                  <a:txBody>
                    <a:bodyPr/>
                    <a:lstStyle/>
                    <a:p>
                      <a:pPr algn="l" fontAlgn="t"/>
                      <a:r>
                        <a:rPr lang="en-US" sz="1100" baseline="30000"/>
                        <a:t>a</a:t>
                      </a:r>
                      <a:r>
                        <a:rPr lang="en-US" sz="1100"/>
                        <a:t>(NS afteradjustment for potential confounding factors)</a:t>
                      </a:r>
                    </a:p>
                  </a:txBody>
                  <a:tcPr marL="20012" marR="20012" marT="4002" marB="4002">
                    <a:lnL>
                      <a:noFill/>
                    </a:lnL>
                    <a:lnR>
                      <a:noFill/>
                    </a:lnR>
                    <a:lnT>
                      <a:noFill/>
                    </a:lnT>
                    <a:lnB>
                      <a:noFill/>
                    </a:lnB>
                  </a:tcPr>
                </a:tc>
                <a:extLst>
                  <a:ext uri="{0D108BD9-81ED-4DB2-BD59-A6C34878D82A}">
                    <a16:rowId xmlns:a16="http://schemas.microsoft.com/office/drawing/2014/main" val="10003"/>
                  </a:ext>
                </a:extLst>
              </a:tr>
              <a:tr h="180910">
                <a:tc>
                  <a:txBody>
                    <a:bodyPr/>
                    <a:lstStyle/>
                    <a:p>
                      <a:pPr fontAlgn="t"/>
                      <a:endParaRPr lang="en-US" sz="1100"/>
                    </a:p>
                  </a:txBody>
                  <a:tcPr marL="20012" marR="20012" marT="4002" marB="4002">
                    <a:lnL>
                      <a:noFill/>
                    </a:lnL>
                    <a:lnR>
                      <a:noFill/>
                    </a:lnR>
                    <a:lnT>
                      <a:noFill/>
                    </a:lnT>
                    <a:lnB>
                      <a:noFill/>
                    </a:lnB>
                  </a:tcPr>
                </a:tc>
                <a:tc>
                  <a:txBody>
                    <a:bodyPr/>
                    <a:lstStyle/>
                    <a:p>
                      <a:pPr algn="l" fontAlgn="t"/>
                      <a:r>
                        <a:rPr lang="en-US" sz="1100"/>
                        <a:t>Hookworm</a:t>
                      </a:r>
                    </a:p>
                  </a:txBody>
                  <a:tcPr marL="20012" marR="20012" marT="4002" marB="4002">
                    <a:lnL>
                      <a:noFill/>
                    </a:lnL>
                    <a:lnR>
                      <a:noFill/>
                    </a:lnR>
                    <a:lnT>
                      <a:noFill/>
                    </a:lnT>
                    <a:lnB>
                      <a:noFill/>
                    </a:lnB>
                  </a:tcPr>
                </a:tc>
                <a:tc>
                  <a:txBody>
                    <a:bodyPr/>
                    <a:lstStyle/>
                    <a:p>
                      <a:pPr algn="l" fontAlgn="t"/>
                      <a:r>
                        <a:rPr lang="en-US" sz="1100"/>
                        <a:t>Higher (</a:t>
                      </a:r>
                      <a:r>
                        <a:rPr lang="en-US" sz="1100" i="1"/>
                        <a:t>P =</a:t>
                      </a:r>
                      <a:r>
                        <a:rPr lang="en-US" sz="1100"/>
                        <a:t> 0·007)</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4"/>
                  </a:ext>
                </a:extLst>
              </a:tr>
              <a:tr h="123275">
                <a:tc>
                  <a:txBody>
                    <a:bodyPr/>
                    <a:lstStyle/>
                    <a:p>
                      <a:pPr fontAlgn="t"/>
                      <a:endParaRPr lang="en-US" sz="1100"/>
                    </a:p>
                  </a:txBody>
                  <a:tcPr marL="20012" marR="20012" marT="4002" marB="4002">
                    <a:lnL>
                      <a:noFill/>
                    </a:lnL>
                    <a:lnR>
                      <a:noFill/>
                    </a:lnR>
                    <a:lnT>
                      <a:noFill/>
                    </a:lnT>
                    <a:lnB>
                      <a:noFill/>
                    </a:lnB>
                  </a:tcPr>
                </a:tc>
                <a:tc>
                  <a:txBody>
                    <a:bodyPr/>
                    <a:lstStyle/>
                    <a:p>
                      <a:pPr algn="l" fontAlgn="t"/>
                      <a:r>
                        <a:rPr lang="en-US" sz="1100" i="1"/>
                        <a:t>S. mansoni</a:t>
                      </a:r>
                      <a:endParaRPr lang="en-US" sz="1100"/>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5"/>
                  </a:ext>
                </a:extLst>
              </a:tr>
              <a:tr h="180910">
                <a:tc>
                  <a:txBody>
                    <a:bodyPr/>
                    <a:lstStyle/>
                    <a:p>
                      <a:pPr fontAlgn="t"/>
                      <a:endParaRPr lang="en-US" sz="1100"/>
                    </a:p>
                  </a:txBody>
                  <a:tcPr marL="20012" marR="20012" marT="4002" marB="4002">
                    <a:lnL>
                      <a:noFill/>
                    </a:lnL>
                    <a:lnR>
                      <a:noFill/>
                    </a:lnR>
                    <a:lnT>
                      <a:noFill/>
                    </a:lnT>
                    <a:lnB>
                      <a:noFill/>
                    </a:lnB>
                  </a:tcPr>
                </a:tc>
                <a:tc>
                  <a:txBody>
                    <a:bodyPr/>
                    <a:lstStyle/>
                    <a:p>
                      <a:pPr algn="l" fontAlgn="t"/>
                      <a:r>
                        <a:rPr lang="en-US" sz="1100" i="1"/>
                        <a:t>Strongyloides</a:t>
                      </a:r>
                      <a:endParaRPr lang="en-US" sz="1100"/>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Higher (</a:t>
                      </a:r>
                      <a:r>
                        <a:rPr lang="en-US" sz="1100" i="1"/>
                        <a:t>P</a:t>
                      </a:r>
                      <a:r>
                        <a:rPr lang="en-US" sz="1100"/>
                        <a:t> = 0·02)</a:t>
                      </a:r>
                      <a:r>
                        <a:rPr lang="en-US" sz="1100" baseline="30000"/>
                        <a:t>a</a:t>
                      </a:r>
                      <a:endParaRPr lang="en-US" sz="1100"/>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6"/>
                  </a:ext>
                </a:extLst>
              </a:tr>
              <a:tr h="180910">
                <a:tc>
                  <a:txBody>
                    <a:bodyPr/>
                    <a:lstStyle/>
                    <a:p>
                      <a:pPr fontAlgn="t"/>
                      <a:endParaRPr lang="en-US" sz="1100"/>
                    </a:p>
                  </a:txBody>
                  <a:tcPr marL="20012" marR="20012" marT="4002" marB="4002">
                    <a:lnL>
                      <a:noFill/>
                    </a:lnL>
                    <a:lnR>
                      <a:noFill/>
                    </a:lnR>
                    <a:lnT>
                      <a:noFill/>
                    </a:lnT>
                    <a:lnB>
                      <a:noFill/>
                    </a:lnB>
                  </a:tcPr>
                </a:tc>
                <a:tc>
                  <a:txBody>
                    <a:bodyPr/>
                    <a:lstStyle/>
                    <a:p>
                      <a:pPr algn="l" fontAlgn="t"/>
                      <a:r>
                        <a:rPr lang="en-US" sz="1100" i="1"/>
                        <a:t>Mansonella</a:t>
                      </a:r>
                      <a:endParaRPr lang="en-US" sz="1100"/>
                    </a:p>
                  </a:txBody>
                  <a:tcPr marL="20012" marR="20012" marT="4002" marB="4002">
                    <a:lnL>
                      <a:noFill/>
                    </a:lnL>
                    <a:lnR>
                      <a:noFill/>
                    </a:lnR>
                    <a:lnT>
                      <a:noFill/>
                    </a:lnT>
                    <a:lnB>
                      <a:noFill/>
                    </a:lnB>
                  </a:tcPr>
                </a:tc>
                <a:tc>
                  <a:txBody>
                    <a:bodyPr/>
                    <a:lstStyle/>
                    <a:p>
                      <a:pPr algn="l" fontAlgn="t"/>
                      <a:r>
                        <a:rPr lang="en-US" sz="1100"/>
                        <a:t>Higher (</a:t>
                      </a:r>
                      <a:r>
                        <a:rPr lang="en-US" sz="1100" i="1"/>
                        <a:t>P</a:t>
                      </a:r>
                      <a:r>
                        <a:rPr lang="en-US" sz="1100"/>
                        <a:t> = 0·04)</a:t>
                      </a:r>
                      <a:r>
                        <a:rPr lang="en-US" sz="1100" baseline="30000"/>
                        <a:t>a</a:t>
                      </a:r>
                      <a:endParaRPr lang="en-US" sz="1100"/>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7"/>
                  </a:ext>
                </a:extLst>
              </a:tr>
              <a:tr h="584357">
                <a:tc>
                  <a:txBody>
                    <a:bodyPr/>
                    <a:lstStyle/>
                    <a:p>
                      <a:pPr algn="l" fontAlgn="t"/>
                      <a:r>
                        <a:rPr lang="en-US" sz="1100"/>
                        <a:t>108</a:t>
                      </a:r>
                    </a:p>
                  </a:txBody>
                  <a:tcPr marL="20012" marR="20012" marT="4002" marB="4002">
                    <a:lnL>
                      <a:noFill/>
                    </a:lnL>
                    <a:lnR>
                      <a:noFill/>
                    </a:lnR>
                    <a:lnT>
                      <a:noFill/>
                    </a:lnT>
                    <a:lnB>
                      <a:noFill/>
                    </a:lnB>
                  </a:tcPr>
                </a:tc>
                <a:tc>
                  <a:txBody>
                    <a:bodyPr/>
                    <a:lstStyle/>
                    <a:p>
                      <a:pPr algn="l" fontAlgn="t"/>
                      <a:r>
                        <a:rPr lang="en-US" sz="1100"/>
                        <a:t>39 All species (predominant species: </a:t>
                      </a:r>
                      <a:r>
                        <a:rPr lang="en-US" sz="1100" i="1"/>
                        <a:t>S. mansoni</a:t>
                      </a:r>
                      <a:r>
                        <a:rPr lang="en-US" sz="1100"/>
                        <a:t> and hookworm)</a:t>
                      </a:r>
                    </a:p>
                  </a:txBody>
                  <a:tcPr marL="20012" marR="20012" marT="4002" marB="4002">
                    <a:lnL>
                      <a:noFill/>
                    </a:lnL>
                    <a:lnR>
                      <a:noFill/>
                    </a:lnR>
                    <a:lnT>
                      <a:noFill/>
                    </a:lnT>
                    <a:lnB>
                      <a:noFill/>
                    </a:lnB>
                  </a:tcPr>
                </a:tc>
                <a:tc>
                  <a:txBody>
                    <a:bodyPr/>
                    <a:lstStyle/>
                    <a:p>
                      <a:pPr algn="l" fontAlgn="t"/>
                      <a:r>
                        <a:rPr lang="en-US" sz="1100"/>
                        <a:t>Higher (</a:t>
                      </a:r>
                      <a:r>
                        <a:rPr lang="en-US" sz="1100" i="1"/>
                        <a:t>P =</a:t>
                      </a:r>
                      <a:r>
                        <a:rPr lang="en-US" sz="1100"/>
                        <a:t> 0·005)</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Uganda (</a:t>
                      </a:r>
                      <a:r>
                        <a:rPr lang="en-US" sz="1100" u="sng">
                          <a:solidFill>
                            <a:srgbClr val="0050A0"/>
                          </a:solidFill>
                          <a:hlinkClick r:id="rId5"/>
                        </a:rPr>
                        <a:t>53</a:t>
                      </a:r>
                      <a:r>
                        <a:rPr lang="en-US" sz="1100"/>
                        <a:t>)</a:t>
                      </a:r>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8"/>
                  </a:ext>
                </a:extLst>
              </a:tr>
              <a:tr h="469086">
                <a:tc>
                  <a:txBody>
                    <a:bodyPr/>
                    <a:lstStyle/>
                    <a:p>
                      <a:pPr algn="l" fontAlgn="t"/>
                      <a:r>
                        <a:rPr lang="en-US" sz="1100"/>
                        <a:t>56</a:t>
                      </a:r>
                    </a:p>
                  </a:txBody>
                  <a:tcPr marL="20012" marR="20012" marT="4002" marB="4002">
                    <a:lnL>
                      <a:noFill/>
                    </a:lnL>
                    <a:lnR>
                      <a:noFill/>
                    </a:lnR>
                    <a:lnT>
                      <a:noFill/>
                    </a:lnT>
                    <a:lnB>
                      <a:noFill/>
                    </a:lnB>
                  </a:tcPr>
                </a:tc>
                <a:tc>
                  <a:txBody>
                    <a:bodyPr/>
                    <a:lstStyle/>
                    <a:p>
                      <a:pPr algn="l" fontAlgn="t"/>
                      <a:r>
                        <a:rPr lang="en-US" sz="1100"/>
                        <a:t>31 All species (predominant species: </a:t>
                      </a:r>
                      <a:r>
                        <a:rPr lang="en-US" sz="1100" i="1"/>
                        <a:t>Trichuris</a:t>
                      </a:r>
                      <a:r>
                        <a:rPr lang="en-US" sz="1100"/>
                        <a:t> and </a:t>
                      </a:r>
                      <a:r>
                        <a:rPr lang="en-US" sz="1100" i="1"/>
                        <a:t>Ascaris</a:t>
                      </a:r>
                      <a:r>
                        <a:rPr lang="en-US" sz="1100"/>
                        <a:t>)</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Ethiopia (</a:t>
                      </a:r>
                      <a:r>
                        <a:rPr lang="en-US" sz="1100" u="none" strike="noStrike">
                          <a:solidFill>
                            <a:srgbClr val="0050A0"/>
                          </a:solidFill>
                          <a:hlinkClick r:id="rId6"/>
                        </a:rPr>
                        <a:t>54</a:t>
                      </a:r>
                      <a:r>
                        <a:rPr lang="en-US" sz="1100"/>
                        <a:t>)</a:t>
                      </a:r>
                    </a:p>
                  </a:txBody>
                  <a:tcPr marL="20012" marR="20012" marT="4002" marB="4002">
                    <a:lnL>
                      <a:noFill/>
                    </a:lnL>
                    <a:lnR>
                      <a:noFill/>
                    </a:lnR>
                    <a:lnT>
                      <a:noFill/>
                    </a:lnT>
                    <a:lnB>
                      <a:noFill/>
                    </a:lnB>
                  </a:tcPr>
                </a:tc>
                <a:tc>
                  <a:txBody>
                    <a:bodyPr/>
                    <a:lstStyle/>
                    <a:p>
                      <a:pPr fontAlgn="t"/>
                      <a:endParaRPr lang="en-US" sz="1100"/>
                    </a:p>
                  </a:txBody>
                  <a:tcPr marL="20012" marR="20012" marT="4002" marB="4002">
                    <a:lnL>
                      <a:noFill/>
                    </a:lnL>
                    <a:lnR>
                      <a:noFill/>
                    </a:lnR>
                    <a:lnT>
                      <a:noFill/>
                    </a:lnT>
                    <a:lnB>
                      <a:noFill/>
                    </a:lnB>
                  </a:tcPr>
                </a:tc>
                <a:extLst>
                  <a:ext uri="{0D108BD9-81ED-4DB2-BD59-A6C34878D82A}">
                    <a16:rowId xmlns:a16="http://schemas.microsoft.com/office/drawing/2014/main" val="10009"/>
                  </a:ext>
                </a:extLst>
              </a:tr>
              <a:tr h="814897">
                <a:tc>
                  <a:txBody>
                    <a:bodyPr/>
                    <a:lstStyle/>
                    <a:p>
                      <a:pPr algn="l" fontAlgn="t"/>
                      <a:r>
                        <a:rPr lang="en-US" sz="1100"/>
                        <a:t>365</a:t>
                      </a:r>
                    </a:p>
                  </a:txBody>
                  <a:tcPr marL="20012" marR="20012" marT="4002" marB="4002">
                    <a:lnL>
                      <a:noFill/>
                    </a:lnL>
                    <a:lnR>
                      <a:noFill/>
                    </a:lnR>
                    <a:lnT>
                      <a:noFill/>
                    </a:lnT>
                    <a:lnB>
                      <a:noFill/>
                    </a:lnB>
                  </a:tcPr>
                </a:tc>
                <a:tc>
                  <a:txBody>
                    <a:bodyPr/>
                    <a:lstStyle/>
                    <a:p>
                      <a:pPr algn="l" fontAlgn="t"/>
                      <a:r>
                        <a:rPr lang="en-US" sz="1100"/>
                        <a:t>161 All species</a:t>
                      </a:r>
                      <a:r>
                        <a:rPr lang="en-US" sz="1100" baseline="30000"/>
                        <a:t>b</a:t>
                      </a:r>
                      <a:r>
                        <a:rPr lang="en-US" sz="1100"/>
                        <a:t> (predominant species:</a:t>
                      </a:r>
                      <a:r>
                        <a:rPr lang="en-US" sz="1100" i="1"/>
                        <a:t>Ascaris</a:t>
                      </a:r>
                      <a:r>
                        <a:rPr lang="en-US" sz="1100"/>
                        <a:t>,</a:t>
                      </a:r>
                      <a:r>
                        <a:rPr lang="en-US" sz="1100" i="1"/>
                        <a:t>Strongyloides</a:t>
                      </a:r>
                      <a:r>
                        <a:rPr lang="en-US" sz="1100"/>
                        <a:t>,</a:t>
                      </a:r>
                      <a:r>
                        <a:rPr lang="en-US" sz="1100" i="1"/>
                        <a:t>Trichuris</a:t>
                      </a:r>
                      <a:r>
                        <a:rPr lang="en-US" sz="1100"/>
                        <a:t>and hookworm)</a:t>
                      </a:r>
                    </a:p>
                  </a:txBody>
                  <a:tcPr marL="20012" marR="20012" marT="4002" marB="4002">
                    <a:lnL>
                      <a:noFill/>
                    </a:lnL>
                    <a:lnR>
                      <a:noFill/>
                    </a:lnR>
                    <a:lnT>
                      <a:noFill/>
                    </a:lnT>
                    <a:lnB>
                      <a:noFill/>
                    </a:lnB>
                  </a:tcPr>
                </a:tc>
                <a:tc>
                  <a:txBody>
                    <a:bodyPr/>
                    <a:lstStyle/>
                    <a:p>
                      <a:pPr algn="l" fontAlgn="t"/>
                      <a:r>
                        <a:rPr lang="en-US" sz="1100"/>
                        <a:t>NS</a:t>
                      </a:r>
                    </a:p>
                  </a:txBody>
                  <a:tcPr marL="20012" marR="20012" marT="4002" marB="4002">
                    <a:lnL>
                      <a:noFill/>
                    </a:lnL>
                    <a:lnR>
                      <a:noFill/>
                    </a:lnR>
                    <a:lnT>
                      <a:noFill/>
                    </a:lnT>
                    <a:lnB>
                      <a:noFill/>
                    </a:lnB>
                  </a:tcPr>
                </a:tc>
                <a:tc>
                  <a:txBody>
                    <a:bodyPr/>
                    <a:lstStyle/>
                    <a:p>
                      <a:pPr algn="l" fontAlgn="t"/>
                      <a:r>
                        <a:rPr lang="en-US" sz="1100"/>
                        <a:t>Lower (</a:t>
                      </a:r>
                      <a:r>
                        <a:rPr lang="en-US" sz="1100" i="1"/>
                        <a:t>P</a:t>
                      </a:r>
                      <a:r>
                        <a:rPr lang="en-US" sz="1100"/>
                        <a:t> = 0·02)</a:t>
                      </a:r>
                    </a:p>
                  </a:txBody>
                  <a:tcPr marL="20012" marR="20012" marT="4002" marB="4002">
                    <a:lnL>
                      <a:noFill/>
                    </a:lnL>
                    <a:lnR>
                      <a:noFill/>
                    </a:lnR>
                    <a:lnT>
                      <a:noFill/>
                    </a:lnT>
                    <a:lnB>
                      <a:noFill/>
                    </a:lnB>
                  </a:tcPr>
                </a:tc>
                <a:tc>
                  <a:txBody>
                    <a:bodyPr/>
                    <a:lstStyle/>
                    <a:p>
                      <a:pPr algn="l" fontAlgn="t"/>
                      <a:r>
                        <a:rPr lang="en-US" sz="1100"/>
                        <a:t>Brazil (</a:t>
                      </a:r>
                      <a:r>
                        <a:rPr lang="en-US" sz="1100" u="none" strike="noStrike">
                          <a:solidFill>
                            <a:srgbClr val="0050A0"/>
                          </a:solidFill>
                          <a:hlinkClick r:id="rId7"/>
                        </a:rPr>
                        <a:t>42</a:t>
                      </a:r>
                      <a:r>
                        <a:rPr lang="en-US" sz="1100"/>
                        <a:t>)</a:t>
                      </a:r>
                    </a:p>
                  </a:txBody>
                  <a:tcPr marL="20012" marR="20012" marT="4002" marB="4002">
                    <a:lnL>
                      <a:noFill/>
                    </a:lnL>
                    <a:lnR>
                      <a:noFill/>
                    </a:lnR>
                    <a:lnT>
                      <a:noFill/>
                    </a:lnT>
                    <a:lnB>
                      <a:noFill/>
                    </a:lnB>
                  </a:tcPr>
                </a:tc>
                <a:tc>
                  <a:txBody>
                    <a:bodyPr/>
                    <a:lstStyle/>
                    <a:p>
                      <a:pPr algn="l" fontAlgn="t"/>
                      <a:r>
                        <a:rPr lang="en-US" sz="1100" baseline="30000" dirty="0" err="1"/>
                        <a:t>b</a:t>
                      </a:r>
                      <a:r>
                        <a:rPr lang="en-US" sz="1100" dirty="0" err="1"/>
                        <a:t>‘All</a:t>
                      </a:r>
                      <a:r>
                        <a:rPr lang="en-US" sz="1100" dirty="0"/>
                        <a:t> species’ includes protozoa; information for all </a:t>
                      </a:r>
                      <a:r>
                        <a:rPr lang="en-US" sz="1100" dirty="0" err="1"/>
                        <a:t>helminths</a:t>
                      </a:r>
                      <a:r>
                        <a:rPr lang="en-US" sz="1100" dirty="0"/>
                        <a:t> without protozoa not given</a:t>
                      </a:r>
                    </a:p>
                  </a:txBody>
                  <a:tcPr marL="20012" marR="20012" marT="4002" marB="4002">
                    <a:lnL>
                      <a:noFill/>
                    </a:lnL>
                    <a:lnR>
                      <a:noFill/>
                    </a:lnR>
                    <a:lnT>
                      <a:noFill/>
                    </a:lnT>
                    <a:lnB>
                      <a:noFill/>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HIV and co-infection</a:t>
            </a:r>
          </a:p>
        </p:txBody>
      </p:sp>
      <p:pic>
        <p:nvPicPr>
          <p:cNvPr id="1026" name="Picture 2" descr="High-quality image (390K) - Opens new window"/>
          <p:cNvPicPr>
            <a:picLocks noGrp="1" noChangeAspect="1" noChangeArrowheads="1"/>
          </p:cNvPicPr>
          <p:nvPr>
            <p:ph idx="1"/>
          </p:nvPr>
        </p:nvPicPr>
        <p:blipFill>
          <a:blip r:embed="rId2" cstate="print"/>
          <a:srcRect/>
          <a:stretch>
            <a:fillRect/>
          </a:stretch>
        </p:blipFill>
        <p:spPr bwMode="auto">
          <a:xfrm>
            <a:off x="1241280" y="1143000"/>
            <a:ext cx="6150120" cy="5715000"/>
          </a:xfrm>
          <a:prstGeom prst="rect">
            <a:avLst/>
          </a:prstGeom>
          <a:noFill/>
        </p:spPr>
      </p:pic>
      <p:sp>
        <p:nvSpPr>
          <p:cNvPr id="5" name="TextBox 4"/>
          <p:cNvSpPr txBox="1"/>
          <p:nvPr/>
        </p:nvSpPr>
        <p:spPr>
          <a:xfrm>
            <a:off x="-25758" y="6642279"/>
            <a:ext cx="5049139" cy="276999"/>
          </a:xfrm>
          <a:prstGeom prst="rect">
            <a:avLst/>
          </a:prstGeom>
          <a:noFill/>
        </p:spPr>
        <p:txBody>
          <a:bodyPr wrap="none" rtlCol="0">
            <a:spAutoFit/>
          </a:bodyPr>
          <a:lstStyle/>
          <a:p>
            <a:r>
              <a:rPr lang="en-US" sz="1200" dirty="0"/>
              <a:t>The Lancet Infectious Diseases, Volume 10, Issue 7, Pages 455 - 463, July 2010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Influenza and bacteria</a:t>
            </a:r>
          </a:p>
        </p:txBody>
      </p:sp>
      <p:pic>
        <p:nvPicPr>
          <p:cNvPr id="32770" name="Picture 2" descr="Graphic"/>
          <p:cNvPicPr>
            <a:picLocks noGrp="1" noChangeAspect="1" noChangeArrowheads="1"/>
          </p:cNvPicPr>
          <p:nvPr>
            <p:ph idx="1"/>
          </p:nvPr>
        </p:nvPicPr>
        <p:blipFill>
          <a:blip r:embed="rId2" cstate="print"/>
          <a:srcRect/>
          <a:stretch>
            <a:fillRect/>
          </a:stretch>
        </p:blipFill>
        <p:spPr bwMode="auto">
          <a:xfrm>
            <a:off x="1219200" y="1600200"/>
            <a:ext cx="6324600" cy="4313377"/>
          </a:xfrm>
          <a:prstGeom prst="rect">
            <a:avLst/>
          </a:prstGeom>
          <a:noFill/>
        </p:spPr>
      </p:pic>
      <p:sp>
        <p:nvSpPr>
          <p:cNvPr id="5" name="TextBox 4"/>
          <p:cNvSpPr txBox="1"/>
          <p:nvPr/>
        </p:nvSpPr>
        <p:spPr>
          <a:xfrm>
            <a:off x="228600" y="6096000"/>
            <a:ext cx="8839200" cy="646331"/>
          </a:xfrm>
          <a:prstGeom prst="rect">
            <a:avLst/>
          </a:prstGeom>
          <a:noFill/>
        </p:spPr>
        <p:txBody>
          <a:bodyPr wrap="square" rtlCol="0">
            <a:spAutoFit/>
          </a:bodyPr>
          <a:lstStyle/>
          <a:p>
            <a:r>
              <a:rPr lang="en-US" dirty="0"/>
              <a:t>These effects have to be exquisitely timed: usually 3-7 days after influenza infection for most models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mechanisms</a:t>
            </a:r>
          </a:p>
        </p:txBody>
      </p:sp>
      <p:sp>
        <p:nvSpPr>
          <p:cNvPr id="3" name="Content Placeholder 2"/>
          <p:cNvSpPr>
            <a:spLocks noGrp="1"/>
          </p:cNvSpPr>
          <p:nvPr>
            <p:ph idx="1"/>
          </p:nvPr>
        </p:nvSpPr>
        <p:spPr/>
        <p:txBody>
          <a:bodyPr/>
          <a:lstStyle/>
          <a:p>
            <a:r>
              <a:rPr lang="en-US" dirty="0"/>
              <a:t>Epithelial damage by the virus (killing, NA activity) creating more hospitable niches for the bacteria</a:t>
            </a:r>
          </a:p>
          <a:p>
            <a:r>
              <a:rPr lang="en-US" dirty="0"/>
              <a:t>Innate immune alterations—suppressive environment (corticosteroids, </a:t>
            </a:r>
            <a:r>
              <a:rPr lang="en-US" dirty="0" err="1"/>
              <a:t>Treg</a:t>
            </a:r>
            <a:r>
              <a:rPr lang="en-US" dirty="0"/>
              <a:t> activity, innate recognition refraction)</a:t>
            </a:r>
          </a:p>
          <a:p>
            <a:r>
              <a:rPr lang="en-US" dirty="0"/>
              <a:t>Loss of “tolerance”</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Between-host:</a:t>
            </a:r>
          </a:p>
          <a:p>
            <a:pPr lvl="1"/>
            <a:r>
              <a:rPr lang="en-US" dirty="0"/>
              <a:t>Chan et al (1995) </a:t>
            </a:r>
            <a:r>
              <a:rPr lang="en-US" dirty="0" err="1"/>
              <a:t>Epid</a:t>
            </a:r>
            <a:r>
              <a:rPr lang="en-US" dirty="0"/>
              <a:t> </a:t>
            </a:r>
            <a:r>
              <a:rPr lang="en-US" dirty="0" err="1"/>
              <a:t>Inf</a:t>
            </a:r>
            <a:r>
              <a:rPr lang="en-US" dirty="0"/>
              <a:t>, Chan et al (1996) </a:t>
            </a:r>
            <a:r>
              <a:rPr lang="en-US" dirty="0" err="1"/>
              <a:t>Acta</a:t>
            </a:r>
            <a:r>
              <a:rPr lang="en-US" dirty="0"/>
              <a:t> </a:t>
            </a:r>
            <a:r>
              <a:rPr lang="en-US" dirty="0" err="1"/>
              <a:t>Tropica</a:t>
            </a:r>
            <a:r>
              <a:rPr lang="en-US" dirty="0"/>
              <a:t>, Chan et al (1996) Am J </a:t>
            </a:r>
            <a:r>
              <a:rPr lang="en-US" dirty="0" err="1"/>
              <a:t>Trop</a:t>
            </a:r>
            <a:r>
              <a:rPr lang="en-US" dirty="0"/>
              <a:t> Med </a:t>
            </a:r>
            <a:r>
              <a:rPr lang="en-US" dirty="0" err="1"/>
              <a:t>Hyg</a:t>
            </a:r>
            <a:r>
              <a:rPr lang="en-US" dirty="0"/>
              <a:t>, French et al (2010) </a:t>
            </a:r>
            <a:r>
              <a:rPr lang="en-US" dirty="0" err="1"/>
              <a:t>PLoS</a:t>
            </a:r>
            <a:r>
              <a:rPr lang="en-US" dirty="0"/>
              <a:t> </a:t>
            </a:r>
            <a:r>
              <a:rPr lang="en-US" dirty="0" err="1"/>
              <a:t>Neg</a:t>
            </a:r>
            <a:r>
              <a:rPr lang="en-US" dirty="0"/>
              <a:t> </a:t>
            </a:r>
            <a:r>
              <a:rPr lang="en-US" dirty="0" err="1"/>
              <a:t>Trop</a:t>
            </a:r>
            <a:r>
              <a:rPr lang="en-US" dirty="0"/>
              <a:t> </a:t>
            </a:r>
            <a:r>
              <a:rPr lang="en-US" dirty="0" err="1"/>
              <a:t>Dis</a:t>
            </a:r>
            <a:r>
              <a:rPr lang="en-US" dirty="0"/>
              <a:t>, </a:t>
            </a:r>
            <a:r>
              <a:rPr lang="en-US" dirty="0" err="1"/>
              <a:t>Gurarie</a:t>
            </a:r>
            <a:r>
              <a:rPr lang="en-US" dirty="0"/>
              <a:t> et al (2005) </a:t>
            </a:r>
            <a:r>
              <a:rPr lang="en-US" dirty="0" err="1"/>
              <a:t>Parasitology</a:t>
            </a:r>
            <a:r>
              <a:rPr lang="en-US" dirty="0"/>
              <a:t>, Liang et al (2002) </a:t>
            </a:r>
            <a:r>
              <a:rPr lang="en-US" dirty="0" err="1"/>
              <a:t>Acta</a:t>
            </a:r>
            <a:r>
              <a:rPr lang="en-US" dirty="0"/>
              <a:t> </a:t>
            </a:r>
            <a:r>
              <a:rPr lang="en-US" dirty="0" err="1"/>
              <a:t>Tropica</a:t>
            </a:r>
            <a:r>
              <a:rPr lang="en-US" dirty="0"/>
              <a:t>, Liang et al (2005) </a:t>
            </a:r>
            <a:r>
              <a:rPr lang="en-US" dirty="0" err="1"/>
              <a:t>Trop</a:t>
            </a:r>
            <a:r>
              <a:rPr lang="en-US" dirty="0"/>
              <a:t> Med </a:t>
            </a:r>
            <a:r>
              <a:rPr lang="en-US" dirty="0" err="1"/>
              <a:t>Int</a:t>
            </a:r>
            <a:r>
              <a:rPr lang="en-US" dirty="0"/>
              <a:t> Health, Liang et al (2005) PNAS, Riley (2008) </a:t>
            </a:r>
            <a:r>
              <a:rPr lang="en-US" dirty="0" err="1"/>
              <a:t>PloS</a:t>
            </a:r>
            <a:r>
              <a:rPr lang="en-US" dirty="0"/>
              <a:t> Med, </a:t>
            </a:r>
            <a:r>
              <a:rPr lang="en-US" b="1" dirty="0"/>
              <a:t>Anderson &amp; May (1991) (book), Liang et al (2008) </a:t>
            </a:r>
            <a:r>
              <a:rPr lang="en-US" b="1" dirty="0" err="1"/>
              <a:t>PLoS</a:t>
            </a:r>
            <a:r>
              <a:rPr lang="en-US" b="1" dirty="0"/>
              <a:t> Med (review)</a:t>
            </a:r>
            <a:r>
              <a:rPr lang="en-US" dirty="0"/>
              <a:t>, </a:t>
            </a:r>
            <a:r>
              <a:rPr lang="en-US" b="1" dirty="0" err="1"/>
              <a:t>Woolhouse</a:t>
            </a:r>
            <a:r>
              <a:rPr lang="en-US" b="1" dirty="0"/>
              <a:t> (1991) </a:t>
            </a:r>
            <a:r>
              <a:rPr lang="en-US" b="1" dirty="0" err="1"/>
              <a:t>Acta</a:t>
            </a:r>
            <a:r>
              <a:rPr lang="en-US" b="1" dirty="0"/>
              <a:t> </a:t>
            </a:r>
            <a:r>
              <a:rPr lang="en-US" b="1" dirty="0" err="1"/>
              <a:t>Tropica</a:t>
            </a:r>
            <a:r>
              <a:rPr lang="en-US" b="1" dirty="0"/>
              <a:t> (review)</a:t>
            </a:r>
          </a:p>
          <a:p>
            <a:r>
              <a:rPr lang="en-US" dirty="0"/>
              <a:t>Within-host:</a:t>
            </a:r>
          </a:p>
          <a:p>
            <a:pPr lvl="1"/>
            <a:r>
              <a:rPr lang="en-US" dirty="0" err="1"/>
              <a:t>Chiyaka</a:t>
            </a:r>
            <a:r>
              <a:rPr lang="en-US" dirty="0"/>
              <a:t> et al (2010) Comp Math Meth Med, ???</a:t>
            </a:r>
          </a:p>
        </p:txBody>
      </p:sp>
      <p:sp>
        <p:nvSpPr>
          <p:cNvPr id="3" name="Title 2"/>
          <p:cNvSpPr>
            <a:spLocks noGrp="1"/>
          </p:cNvSpPr>
          <p:nvPr>
            <p:ph type="title"/>
          </p:nvPr>
        </p:nvSpPr>
        <p:spPr/>
        <p:txBody>
          <a:bodyPr/>
          <a:lstStyle/>
          <a:p>
            <a:r>
              <a:rPr lang="en-US" dirty="0" err="1"/>
              <a:t>Schistosomiasis</a:t>
            </a:r>
            <a:r>
              <a:rPr lang="en-US" dirty="0"/>
              <a:t> modeling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7DFEC-28DA-9B76-EF4D-E5D3E958A279}"/>
              </a:ext>
            </a:extLst>
          </p:cNvPr>
          <p:cNvSpPr>
            <a:spLocks noGrp="1"/>
          </p:cNvSpPr>
          <p:nvPr>
            <p:ph type="title"/>
          </p:nvPr>
        </p:nvSpPr>
        <p:spPr/>
        <p:txBody>
          <a:bodyPr/>
          <a:lstStyle/>
          <a:p>
            <a:r>
              <a:rPr lang="en-US" dirty="0"/>
              <a:t>Amber Smith</a:t>
            </a:r>
          </a:p>
        </p:txBody>
      </p:sp>
      <p:sp>
        <p:nvSpPr>
          <p:cNvPr id="3" name="Content Placeholder 2">
            <a:extLst>
              <a:ext uri="{FF2B5EF4-FFF2-40B4-BE49-F238E27FC236}">
                <a16:creationId xmlns:a16="http://schemas.microsoft.com/office/drawing/2014/main" id="{3E92B5D4-1B43-6DFE-DBBF-312833EC3F28}"/>
              </a:ext>
            </a:extLst>
          </p:cNvPr>
          <p:cNvSpPr>
            <a:spLocks noGrp="1"/>
          </p:cNvSpPr>
          <p:nvPr>
            <p:ph sz="quarter" idx="1"/>
          </p:nvPr>
        </p:nvSpPr>
        <p:spPr/>
        <p:txBody>
          <a:bodyPr/>
          <a:lstStyle/>
          <a:p>
            <a:endParaRPr lang="en-US"/>
          </a:p>
        </p:txBody>
      </p:sp>
    </p:spTree>
    <p:extLst>
      <p:ext uri="{BB962C8B-B14F-4D97-AF65-F5344CB8AC3E}">
        <p14:creationId xmlns:p14="http://schemas.microsoft.com/office/powerpoint/2010/main" val="31896100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F4AED8C8DCE25479ABCF47ACD92F798" ma:contentTypeVersion="14" ma:contentTypeDescription="Create a new document." ma:contentTypeScope="" ma:versionID="2d76ed75fcd774272f5d3e8a34e61612">
  <xsd:schema xmlns:xsd="http://www.w3.org/2001/XMLSchema" xmlns:xs="http://www.w3.org/2001/XMLSchema" xmlns:p="http://schemas.microsoft.com/office/2006/metadata/properties" xmlns:ns3="c66b6271-63f1-471e-91c4-69390cd65ca8" xmlns:ns4="42499b2b-be92-4978-b743-0761a6cd6754" targetNamespace="http://schemas.microsoft.com/office/2006/metadata/properties" ma:root="true" ma:fieldsID="176d3b789ae9897f02a2313102f49b9c" ns3:_="" ns4:_="">
    <xsd:import namespace="c66b6271-63f1-471e-91c4-69390cd65ca8"/>
    <xsd:import namespace="42499b2b-be92-4978-b743-0761a6cd6754"/>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6b6271-63f1-471e-91c4-69390cd65ca8"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2499b2b-be92-4978-b743-0761a6cd675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F43930B-E314-4CF7-B274-B817814B83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66b6271-63f1-471e-91c4-69390cd65ca8"/>
    <ds:schemaRef ds:uri="42499b2b-be92-4978-b743-0761a6cd67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727E1E-C5D9-4277-B579-0FFBD33495D5}">
  <ds:schemaRefs>
    <ds:schemaRef ds:uri="http://schemas.microsoft.com/sharepoint/v3/contenttype/forms"/>
  </ds:schemaRefs>
</ds:datastoreItem>
</file>

<file path=customXml/itemProps3.xml><?xml version="1.0" encoding="utf-8"?>
<ds:datastoreItem xmlns:ds="http://schemas.openxmlformats.org/officeDocument/2006/customXml" ds:itemID="{90CEDACA-D307-4EF7-8F59-573ED85DCB02}">
  <ds:schemaRefs>
    <ds:schemaRef ds:uri="http://schemas.microsoft.com/office/2006/metadata/properties"/>
    <ds:schemaRef ds:uri="c66b6271-63f1-471e-91c4-69390cd65ca8"/>
    <ds:schemaRef ds:uri="http://purl.org/dc/terms/"/>
    <ds:schemaRef ds:uri="http://schemas.openxmlformats.org/package/2006/metadata/core-properties"/>
    <ds:schemaRef ds:uri="http://schemas.microsoft.com/office/2006/documentManagement/types"/>
    <ds:schemaRef ds:uri="42499b2b-be92-4978-b743-0761a6cd6754"/>
    <ds:schemaRef ds:uri="http://purl.org/dc/elements/1.1/"/>
    <ds:schemaRef ds:uri="http://schemas.microsoft.com/office/infopath/2007/PartnerControls"/>
    <ds:schemaRef ds:uri="http://www.w3.org/XML/1998/namespace"/>
    <ds:schemaRef ds:uri="http://purl.org/dc/dcmitype/"/>
  </ds:schemaRefs>
</ds:datastoreItem>
</file>

<file path=docMetadata/LabelInfo.xml><?xml version="1.0" encoding="utf-8"?>
<clbl:labelList xmlns:clbl="http://schemas.microsoft.com/office/2020/mipLabelMetadata">
  <clbl:label id="{22340fa8-9226-4871-b677-d3b3e377af72}" enabled="0" method="" siteId="{22340fa8-9226-4871-b677-d3b3e377af72}" removed="1"/>
</clbl:labelList>
</file>

<file path=docProps/app.xml><?xml version="1.0" encoding="utf-8"?>
<Properties xmlns="http://schemas.openxmlformats.org/officeDocument/2006/extended-properties" xmlns:vt="http://schemas.openxmlformats.org/officeDocument/2006/docPropsVTypes">
  <Template>Oriel</Template>
  <TotalTime>21351</TotalTime>
  <Words>1481</Words>
  <Application>Microsoft Office PowerPoint</Application>
  <PresentationFormat>On-screen Show (4:3)</PresentationFormat>
  <Paragraphs>174</Paragraphs>
  <Slides>49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Calibri</vt:lpstr>
      <vt:lpstr>Corbel</vt:lpstr>
      <vt:lpstr>Open Sans</vt:lpstr>
      <vt:lpstr>Wingdings</vt:lpstr>
      <vt:lpstr>Wingdings 2</vt:lpstr>
      <vt:lpstr>Oriel</vt:lpstr>
      <vt:lpstr>Complex Pathogens, Helminths and Immunology</vt:lpstr>
      <vt:lpstr>Malaria Prevalence</vt:lpstr>
      <vt:lpstr>Malaria life cycle</vt:lpstr>
      <vt:lpstr>Immune Responses mediate plasmodium pathology</vt:lpstr>
      <vt:lpstr>Typical “Th1-Type” immunity contributes to malaria protection and pathology</vt:lpstr>
      <vt:lpstr>Immune mechanisms to control malaria</vt:lpstr>
      <vt:lpstr>Fatal Disease in malaria infection</vt:lpstr>
      <vt:lpstr>Vector Control</vt:lpstr>
      <vt:lpstr>Malaria Vaccine Targets</vt:lpstr>
      <vt:lpstr>RTS,S Vaccine Approved for Stage III in Infants</vt:lpstr>
      <vt:lpstr>RTS,S showed modest efficacy in infants</vt:lpstr>
      <vt:lpstr>PowerPoint Presentation</vt:lpstr>
      <vt:lpstr>Math Modeling and Malaria</vt:lpstr>
      <vt:lpstr>Trypanasoma Cruzi</vt:lpstr>
      <vt:lpstr>PowerPoint Presentation</vt:lpstr>
      <vt:lpstr>PowerPoint Presentation</vt:lpstr>
      <vt:lpstr>The Burden of Helminth Infections</vt:lpstr>
      <vt:lpstr>Schistosoma Life Cycle</vt:lpstr>
      <vt:lpstr>Hookworm Life Cycles</vt:lpstr>
      <vt:lpstr>Taenia Life cycle</vt:lpstr>
      <vt:lpstr>Innate signaling in response to helminth-derived products</vt:lpstr>
      <vt:lpstr>PowerPoint Presentation</vt:lpstr>
      <vt:lpstr>Local Tissue induction of regulatory responses</vt:lpstr>
      <vt:lpstr>Helminth Interaction with the Microbiome</vt:lpstr>
      <vt:lpstr>The Th2 response is the main effector of Helminth clearance</vt:lpstr>
      <vt:lpstr>Effector Mechanisms for Helminth Damage and Clearance</vt:lpstr>
      <vt:lpstr>Some Evidence for Protective Immunity</vt:lpstr>
      <vt:lpstr>Conclusions/Discussion Points</vt:lpstr>
      <vt:lpstr>Immunological Considerations in Co-infections</vt:lpstr>
      <vt:lpstr>HIV</vt:lpstr>
      <vt:lpstr>HIV and TB</vt:lpstr>
      <vt:lpstr>Control of Mtb</vt:lpstr>
      <vt:lpstr>Treatment of HIV prevents TB</vt:lpstr>
      <vt:lpstr>HIV and malaria</vt:lpstr>
      <vt:lpstr>Malaria immunological control</vt:lpstr>
      <vt:lpstr>What about the other direction?</vt:lpstr>
      <vt:lpstr>Helminth co-infections</vt:lpstr>
      <vt:lpstr>PowerPoint Presentation</vt:lpstr>
      <vt:lpstr>PowerPoint Presentation</vt:lpstr>
      <vt:lpstr>Progression of schistosome disease</vt:lpstr>
      <vt:lpstr>PowerPoint Presentation</vt:lpstr>
      <vt:lpstr>Protective immunity to helminths</vt:lpstr>
      <vt:lpstr>How do we assess HIV’s effects on worms?</vt:lpstr>
      <vt:lpstr>Effects of helminths on HIV</vt:lpstr>
      <vt:lpstr>HIV and co-infection</vt:lpstr>
      <vt:lpstr>Influenza and bacteria</vt:lpstr>
      <vt:lpstr>Proposed mechanisms</vt:lpstr>
      <vt:lpstr>Schistosomiasis modeling</vt:lpstr>
      <vt:lpstr>Amber Smith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Immunology</dc:title>
  <dc:creator>Paul G. Thomas</dc:creator>
  <cp:lastModifiedBy>Thomas, Paul</cp:lastModifiedBy>
  <cp:revision>921</cp:revision>
  <dcterms:created xsi:type="dcterms:W3CDTF">2005-09-07T19:21:02Z</dcterms:created>
  <dcterms:modified xsi:type="dcterms:W3CDTF">2025-07-18T00:45:11Z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0x010100BF4AED8C8DCE25479ABCF47ACD92F798</vt:lpwstr>
  </property>
</Properties>
</file>